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68" r:id="rId3"/>
    <p:sldId id="259" r:id="rId4"/>
    <p:sldId id="270" r:id="rId5"/>
    <p:sldId id="271" r:id="rId6"/>
    <p:sldId id="273" r:id="rId7"/>
    <p:sldId id="279" r:id="rId8"/>
    <p:sldId id="272" r:id="rId9"/>
    <p:sldId id="286" r:id="rId10"/>
    <p:sldId id="275" r:id="rId11"/>
    <p:sldId id="287" r:id="rId12"/>
    <p:sldId id="277" r:id="rId13"/>
    <p:sldId id="280" r:id="rId14"/>
    <p:sldId id="281" r:id="rId15"/>
    <p:sldId id="285" r:id="rId16"/>
    <p:sldId id="28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72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07BFC-72DA-481F-83B9-66915BC36601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AC8D3-3391-4266-962F-325C3FD32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8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AC8D3-3391-4266-962F-325C3FD32E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830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21781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11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20223115@student.changwon.ac.kr</a:t>
            </a:r>
            <a:endParaRPr lang="ko-KR" altLang="en-US" dirty="0"/>
          </a:p>
        </p:txBody>
      </p:sp>
      <p:sp>
        <p:nvSpPr>
          <p:cNvPr id="1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2496000" y="4988754"/>
            <a:ext cx="7200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762777"/>
            <a:ext cx="10515599" cy="10048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pic>
        <p:nvPicPr>
          <p:cNvPr id="3" name="그림 2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8130529A-2697-F916-E63A-0E4FBB0E42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8439189" y="-94712"/>
            <a:ext cx="3121028" cy="29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21781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11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20223115@student.changwon.ac.kr</a:t>
            </a:r>
            <a:endParaRPr lang="ko-KR" altLang="en-US" dirty="0"/>
          </a:p>
        </p:txBody>
      </p:sp>
      <p:sp>
        <p:nvSpPr>
          <p:cNvPr id="1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2496000" y="3864289"/>
            <a:ext cx="7200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78829A35-D2D0-6E7D-96C3-D140F7C9A2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8439189" y="-94712"/>
            <a:ext cx="3121028" cy="29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00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20223115@student.changwon.ac.kr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0" y="654908"/>
            <a:ext cx="12192000" cy="98854"/>
          </a:xfrm>
          <a:prstGeom prst="rect">
            <a:avLst/>
          </a:prstGeom>
          <a:solidFill>
            <a:srgbClr val="0055A5"/>
          </a:solidFill>
          <a:ln>
            <a:solidFill>
              <a:srgbClr val="005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0" y="0"/>
            <a:ext cx="2434281" cy="654909"/>
            <a:chOff x="0" y="0"/>
            <a:chExt cx="2434281" cy="654909"/>
          </a:xfrm>
          <a:solidFill>
            <a:srgbClr val="0055A5"/>
          </a:solidFill>
        </p:grpSpPr>
        <p:sp>
          <p:nvSpPr>
            <p:cNvPr id="9" name="직사각형 8"/>
            <p:cNvSpPr/>
            <p:nvPr userDrawn="1"/>
          </p:nvSpPr>
          <p:spPr>
            <a:xfrm>
              <a:off x="0" y="1"/>
              <a:ext cx="1816443" cy="654908"/>
            </a:xfrm>
            <a:prstGeom prst="rect">
              <a:avLst/>
            </a:prstGeom>
            <a:grpFill/>
            <a:ln>
              <a:solidFill>
                <a:srgbClr val="005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 userDrawn="1"/>
          </p:nvSpPr>
          <p:spPr>
            <a:xfrm rot="5400000">
              <a:off x="1797908" y="18535"/>
              <a:ext cx="654908" cy="617838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rgbClr val="005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299502" y="64746"/>
            <a:ext cx="1217440" cy="639590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번호</a:t>
            </a: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21659" y="64745"/>
            <a:ext cx="9538536" cy="639590"/>
          </a:xfrm>
        </p:spPr>
        <p:txBody>
          <a:bodyPr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5794375" cy="4871524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2" name="그림 1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9980F79E-1B6B-2F9B-2504-B68A30F45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10750582" y="-165210"/>
            <a:ext cx="1309613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5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654908"/>
            <a:ext cx="12192000" cy="98854"/>
          </a:xfrm>
          <a:prstGeom prst="rect">
            <a:avLst/>
          </a:prstGeom>
          <a:solidFill>
            <a:srgbClr val="0055A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0" y="0"/>
            <a:ext cx="2434281" cy="654909"/>
            <a:chOff x="0" y="0"/>
            <a:chExt cx="2434281" cy="654909"/>
          </a:xfrm>
          <a:solidFill>
            <a:srgbClr val="0055A5"/>
          </a:solidFill>
        </p:grpSpPr>
        <p:sp>
          <p:nvSpPr>
            <p:cNvPr id="9" name="직사각형 8"/>
            <p:cNvSpPr/>
            <p:nvPr userDrawn="1"/>
          </p:nvSpPr>
          <p:spPr>
            <a:xfrm>
              <a:off x="0" y="1"/>
              <a:ext cx="1816443" cy="654908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 userDrawn="1"/>
          </p:nvSpPr>
          <p:spPr>
            <a:xfrm rot="5400000">
              <a:off x="1797908" y="18535"/>
              <a:ext cx="654908" cy="617838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299502" y="64746"/>
            <a:ext cx="1217440" cy="639590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번호</a:t>
            </a: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21659" y="64745"/>
            <a:ext cx="9538536" cy="639590"/>
          </a:xfrm>
        </p:spPr>
        <p:txBody>
          <a:bodyPr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5794375" cy="4871524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그림 개체 틀 5"/>
          <p:cNvSpPr>
            <a:spLocks noGrp="1"/>
          </p:cNvSpPr>
          <p:nvPr>
            <p:ph type="pic" sz="quarter" idx="17"/>
          </p:nvPr>
        </p:nvSpPr>
        <p:spPr>
          <a:xfrm>
            <a:off x="6637435" y="1245072"/>
            <a:ext cx="5122390" cy="4871524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8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20223115@student.changwon.ac.kr</a:t>
            </a:r>
            <a:endParaRPr lang="ko-KR" altLang="en-US" dirty="0"/>
          </a:p>
        </p:txBody>
      </p:sp>
      <p:sp>
        <p:nvSpPr>
          <p:cNvPr id="2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724400" y="6492874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2" name="그림 1" descr="텍스트, 스크린샷, 폰트, 원이(가) 표시된 사진&#10;&#10;자동 생성된 설명">
            <a:extLst>
              <a:ext uri="{FF2B5EF4-FFF2-40B4-BE49-F238E27FC236}">
                <a16:creationId xmlns:a16="http://schemas.microsoft.com/office/drawing/2014/main" id="{7000BF1D-C0C4-4805-010D-DD052A4A0F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 r="54663" b="49399"/>
          <a:stretch/>
        </p:blipFill>
        <p:spPr>
          <a:xfrm>
            <a:off x="10750582" y="-165210"/>
            <a:ext cx="1309613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9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0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95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27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47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18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8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2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79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013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295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2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2024-05-24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20223115@student.changwon.ac.kr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4BA7-540B-4C1B-95B3-D9F74AD04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40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0" r:id="rId3"/>
    <p:sldLayoutId id="2147483661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429" y="2536272"/>
            <a:ext cx="11123141" cy="1325563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조건부 </a:t>
            </a:r>
            <a:r>
              <a:rPr lang="ko-KR" altLang="en-US" sz="3200" b="1" dirty="0" err="1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생성적</a:t>
            </a:r>
            <a:r>
              <a:rPr lang="ko-KR" altLang="en-US" sz="3200" b="1" dirty="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적대 신경망을 활용한 실시간 침수 예측 모델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614749" y="3551980"/>
            <a:ext cx="10962502" cy="1004887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Real-time Flood Prediction Model Using Conditional Generative Adversarial Networks</a:t>
            </a:r>
            <a:endParaRPr lang="ko-KR" altLang="en-US" sz="1800" dirty="0"/>
          </a:p>
        </p:txBody>
      </p:sp>
      <p:sp>
        <p:nvSpPr>
          <p:cNvPr id="8" name="텍스트 개체 틀 5"/>
          <p:cNvSpPr txBox="1">
            <a:spLocks/>
          </p:cNvSpPr>
          <p:nvPr/>
        </p:nvSpPr>
        <p:spPr>
          <a:xfrm>
            <a:off x="614749" y="4247011"/>
            <a:ext cx="10962502" cy="1004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서재민</a:t>
            </a:r>
            <a:r>
              <a:rPr lang="en-US" altLang="ko-KR" baseline="50000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• </a:t>
            </a:r>
            <a:r>
              <a:rPr lang="ko-KR" altLang="en-US" dirty="0"/>
              <a:t>서현우</a:t>
            </a:r>
            <a:r>
              <a:rPr lang="en-US" altLang="ko-KR" baseline="50000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• </a:t>
            </a:r>
            <a:r>
              <a:rPr lang="ko-KR" altLang="en-US" dirty="0"/>
              <a:t>박민철</a:t>
            </a:r>
            <a:r>
              <a:rPr lang="en-US" altLang="ko-KR" baseline="50000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• </a:t>
            </a:r>
            <a:r>
              <a:rPr lang="ko-KR" altLang="en-US" dirty="0" err="1"/>
              <a:t>유재수</a:t>
            </a:r>
            <a:r>
              <a:rPr lang="en-US" altLang="ko-KR" baseline="50000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• </a:t>
            </a:r>
            <a:r>
              <a:rPr lang="ko-KR" altLang="en-US" dirty="0" err="1"/>
              <a:t>최도진</a:t>
            </a:r>
            <a:r>
              <a:rPr lang="en-US" altLang="ko-KR" baseline="50000" dirty="0"/>
              <a:t>1</a:t>
            </a:r>
            <a:endParaRPr lang="en-US" altLang="ko-KR" dirty="0"/>
          </a:p>
          <a:p>
            <a:r>
              <a:rPr lang="ko-KR" altLang="en-US" dirty="0"/>
              <a:t>국립창원대학교</a:t>
            </a:r>
            <a:r>
              <a:rPr lang="en-US" altLang="ko-KR" baseline="50000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• </a:t>
            </a:r>
            <a:r>
              <a:rPr lang="ko-KR" altLang="en-US" dirty="0"/>
              <a:t>충북대학교</a:t>
            </a:r>
            <a:r>
              <a:rPr lang="en-US" altLang="ko-KR" baseline="50000" dirty="0"/>
              <a:t>2</a:t>
            </a:r>
            <a:endParaRPr lang="ko-KR" altLang="en-US" baseline="50000" dirty="0"/>
          </a:p>
        </p:txBody>
      </p:sp>
      <p:sp>
        <p:nvSpPr>
          <p:cNvPr id="7" name="날짜 개체 틀 2">
            <a:extLst>
              <a:ext uri="{FF2B5EF4-FFF2-40B4-BE49-F238E27FC236}">
                <a16:creationId xmlns:a16="http://schemas.microsoft.com/office/drawing/2014/main" id="{3B9BEAD6-C4B4-696A-FA8D-CD29D855EBF3}"/>
              </a:ext>
            </a:extLst>
          </p:cNvPr>
          <p:cNvSpPr txBox="1">
            <a:spLocks/>
          </p:cNvSpPr>
          <p:nvPr/>
        </p:nvSpPr>
        <p:spPr>
          <a:xfrm>
            <a:off x="534429" y="919612"/>
            <a:ext cx="3854982" cy="766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400" dirty="0" err="1"/>
              <a:t>한국콘텐츠학회</a:t>
            </a:r>
            <a:endParaRPr lang="en-US" altLang="ko-KR" sz="2400" dirty="0"/>
          </a:p>
          <a:p>
            <a:pPr algn="ctr"/>
            <a:r>
              <a:rPr lang="en-US" altLang="ko-KR" sz="2400" dirty="0"/>
              <a:t>2024 </a:t>
            </a:r>
            <a:r>
              <a:rPr lang="ko-KR" altLang="en-US" sz="2400" dirty="0"/>
              <a:t>종합학술대회</a:t>
            </a:r>
          </a:p>
        </p:txBody>
      </p:sp>
    </p:spTree>
    <p:extLst>
      <p:ext uri="{BB962C8B-B14F-4D97-AF65-F5344CB8AC3E}">
        <p14:creationId xmlns:p14="http://schemas.microsoft.com/office/powerpoint/2010/main" val="352066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F11A952A-E92A-454B-919B-264360411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-1" y="5429163"/>
            <a:ext cx="6581291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>
              <a:latin typeface="+mj-ea"/>
              <a:ea typeface="+mj-ea"/>
            </a:endParaRPr>
          </a:p>
        </p:txBody>
      </p:sp>
      <p:sp>
        <p:nvSpPr>
          <p:cNvPr id="109" name="Line 6">
            <a:extLst>
              <a:ext uri="{FF2B5EF4-FFF2-40B4-BE49-F238E27FC236}">
                <a16:creationId xmlns:a16="http://schemas.microsoft.com/office/drawing/2014/main" id="{5F9E10CF-66D1-46B3-8E0E-AA1BCA7C78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3512" y="3220617"/>
            <a:ext cx="878848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037B97BF-1CF4-476D-96C5-3D420D908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402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ea"/>
              <a:ea typeface="+mj-ea"/>
            </a:endParaRP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564BA3A-5872-42A3-8A92-8E2AB223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4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8D2AB69D-F5A0-4B9F-8C47-22920BBB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468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E25CB52F-5F89-426D-97FC-06CE5A9FB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5493" y="3171029"/>
            <a:ext cx="99840" cy="99178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GB" sz="900">
              <a:latin typeface="+mj-ea"/>
              <a:ea typeface="+mj-ea"/>
            </a:endParaRP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1593C43C-E2B3-4DBE-8DB3-27056367F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164" y="5378450"/>
            <a:ext cx="99840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DDC56F34-0426-4E2C-B688-A96622DCD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33" y="5378450"/>
            <a:ext cx="99840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FDD39874-8BE3-45CA-89E8-1787CBBA5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032" y="5378450"/>
            <a:ext cx="99178" cy="99840"/>
          </a:xfrm>
          <a:prstGeom prst="ellipse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14" name="눈물 방울 13">
            <a:extLst>
              <a:ext uri="{FF2B5EF4-FFF2-40B4-BE49-F238E27FC236}">
                <a16:creationId xmlns:a16="http://schemas.microsoft.com/office/drawing/2014/main" id="{7812D053-EBB8-4DBE-97E4-DB257D441AFA}"/>
              </a:ext>
            </a:extLst>
          </p:cNvPr>
          <p:cNvSpPr/>
          <p:nvPr/>
        </p:nvSpPr>
        <p:spPr>
          <a:xfrm rot="8100000">
            <a:off x="5082616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13C3126-1FCE-4A46-A488-518BDB127AF5}"/>
              </a:ext>
            </a:extLst>
          </p:cNvPr>
          <p:cNvSpPr/>
          <p:nvPr/>
        </p:nvSpPr>
        <p:spPr>
          <a:xfrm>
            <a:off x="5173154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16" name="그래픽 72">
            <a:extLst>
              <a:ext uri="{FF2B5EF4-FFF2-40B4-BE49-F238E27FC236}">
                <a16:creationId xmlns:a16="http://schemas.microsoft.com/office/drawing/2014/main" id="{370D0273-0AE7-48D4-A833-775E6FFB5466}"/>
              </a:ext>
            </a:extLst>
          </p:cNvPr>
          <p:cNvGrpSpPr/>
          <p:nvPr/>
        </p:nvGrpSpPr>
        <p:grpSpPr>
          <a:xfrm>
            <a:off x="5318018" y="2224836"/>
            <a:ext cx="379454" cy="373193"/>
            <a:chOff x="5318018" y="2224836"/>
            <a:chExt cx="379454" cy="37319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" name="자유형: 도형 4">
              <a:extLst>
                <a:ext uri="{FF2B5EF4-FFF2-40B4-BE49-F238E27FC236}">
                  <a16:creationId xmlns:a16="http://schemas.microsoft.com/office/drawing/2014/main" id="{B56B710C-6553-4F25-BDAD-B2B15A3A39D5}"/>
                </a:ext>
              </a:extLst>
            </p:cNvPr>
            <p:cNvSpPr/>
            <p:nvPr/>
          </p:nvSpPr>
          <p:spPr>
            <a:xfrm>
              <a:off x="5448836" y="2224836"/>
              <a:ext cx="120396" cy="52617"/>
            </a:xfrm>
            <a:custGeom>
              <a:avLst/>
              <a:gdLst>
                <a:gd name="connsiteX0" fmla="*/ 112683 w 120396"/>
                <a:gd name="connsiteY0" fmla="*/ 52617 h 52617"/>
                <a:gd name="connsiteX1" fmla="*/ 68785 w 120396"/>
                <a:gd name="connsiteY1" fmla="*/ 15247 h 52617"/>
                <a:gd name="connsiteX2" fmla="*/ 49053 w 120396"/>
                <a:gd name="connsiteY2" fmla="*/ 15247 h 52617"/>
                <a:gd name="connsiteX3" fmla="*/ 7711 w 120396"/>
                <a:gd name="connsiteY3" fmla="*/ 50444 h 52617"/>
                <a:gd name="connsiteX4" fmla="*/ 0 w 120396"/>
                <a:gd name="connsiteY4" fmla="*/ 41376 h 52617"/>
                <a:gd name="connsiteX5" fmla="*/ 41343 w 120396"/>
                <a:gd name="connsiteY5" fmla="*/ 6184 h 52617"/>
                <a:gd name="connsiteX6" fmla="*/ 76501 w 120396"/>
                <a:gd name="connsiteY6" fmla="*/ 6184 h 52617"/>
                <a:gd name="connsiteX7" fmla="*/ 120397 w 120396"/>
                <a:gd name="connsiteY7" fmla="*/ 43555 h 52617"/>
                <a:gd name="connsiteX8" fmla="*/ 112683 w 120396"/>
                <a:gd name="connsiteY8" fmla="*/ 52617 h 52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6" h="52617">
                  <a:moveTo>
                    <a:pt x="112683" y="52617"/>
                  </a:moveTo>
                  <a:lnTo>
                    <a:pt x="68785" y="15247"/>
                  </a:lnTo>
                  <a:cubicBezTo>
                    <a:pt x="63440" y="10699"/>
                    <a:pt x="54404" y="10702"/>
                    <a:pt x="49053" y="15247"/>
                  </a:cubicBezTo>
                  <a:lnTo>
                    <a:pt x="7711" y="50444"/>
                  </a:lnTo>
                  <a:lnTo>
                    <a:pt x="0" y="41376"/>
                  </a:lnTo>
                  <a:lnTo>
                    <a:pt x="41343" y="6184"/>
                  </a:lnTo>
                  <a:cubicBezTo>
                    <a:pt x="51037" y="-2063"/>
                    <a:pt x="66808" y="-2060"/>
                    <a:pt x="76501" y="6184"/>
                  </a:cubicBezTo>
                  <a:lnTo>
                    <a:pt x="120397" y="43555"/>
                  </a:lnTo>
                  <a:lnTo>
                    <a:pt x="112683" y="52617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8" name="자유형: 도형 5">
              <a:extLst>
                <a:ext uri="{FF2B5EF4-FFF2-40B4-BE49-F238E27FC236}">
                  <a16:creationId xmlns:a16="http://schemas.microsoft.com/office/drawing/2014/main" id="{58C382CE-C4F4-418A-B2B4-43CF1740E731}"/>
                </a:ext>
              </a:extLst>
            </p:cNvPr>
            <p:cNvSpPr/>
            <p:nvPr/>
          </p:nvSpPr>
          <p:spPr>
            <a:xfrm>
              <a:off x="5318018" y="2343006"/>
              <a:ext cx="379454" cy="255022"/>
            </a:xfrm>
            <a:custGeom>
              <a:avLst/>
              <a:gdLst>
                <a:gd name="connsiteX0" fmla="*/ 373467 w 379454"/>
                <a:gd name="connsiteY0" fmla="*/ 255023 h 255022"/>
                <a:gd name="connsiteX1" fmla="*/ 5975 w 379454"/>
                <a:gd name="connsiteY1" fmla="*/ 255023 h 255022"/>
                <a:gd name="connsiteX2" fmla="*/ 25 w 379454"/>
                <a:gd name="connsiteY2" fmla="*/ 249073 h 255022"/>
                <a:gd name="connsiteX3" fmla="*/ 25 w 379454"/>
                <a:gd name="connsiteY3" fmla="*/ 37862 h 255022"/>
                <a:gd name="connsiteX4" fmla="*/ 915 w 379454"/>
                <a:gd name="connsiteY4" fmla="*/ 34154 h 255022"/>
                <a:gd name="connsiteX5" fmla="*/ 2767 w 379454"/>
                <a:gd name="connsiteY5" fmla="*/ 32227 h 255022"/>
                <a:gd name="connsiteX6" fmla="*/ 40034 w 379454"/>
                <a:gd name="connsiteY6" fmla="*/ 507 h 255022"/>
                <a:gd name="connsiteX7" fmla="*/ 47748 w 379454"/>
                <a:gd name="connsiteY7" fmla="*/ 9569 h 255022"/>
                <a:gd name="connsiteX8" fmla="*/ 11925 w 379454"/>
                <a:gd name="connsiteY8" fmla="*/ 40056 h 255022"/>
                <a:gd name="connsiteX9" fmla="*/ 11925 w 379454"/>
                <a:gd name="connsiteY9" fmla="*/ 243123 h 255022"/>
                <a:gd name="connsiteX10" fmla="*/ 367518 w 379454"/>
                <a:gd name="connsiteY10" fmla="*/ 243123 h 255022"/>
                <a:gd name="connsiteX11" fmla="*/ 367518 w 379454"/>
                <a:gd name="connsiteY11" fmla="*/ 40026 h 255022"/>
                <a:gd name="connsiteX12" fmla="*/ 331146 w 379454"/>
                <a:gd name="connsiteY12" fmla="*/ 9062 h 255022"/>
                <a:gd name="connsiteX13" fmla="*/ 338866 w 379454"/>
                <a:gd name="connsiteY13" fmla="*/ 0 h 255022"/>
                <a:gd name="connsiteX14" fmla="*/ 376903 w 379454"/>
                <a:gd name="connsiteY14" fmla="*/ 32387 h 255022"/>
                <a:gd name="connsiteX15" fmla="*/ 379132 w 379454"/>
                <a:gd name="connsiteY15" fmla="*/ 35408 h 255022"/>
                <a:gd name="connsiteX16" fmla="*/ 379420 w 379454"/>
                <a:gd name="connsiteY16" fmla="*/ 37993 h 255022"/>
                <a:gd name="connsiteX17" fmla="*/ 379420 w 379454"/>
                <a:gd name="connsiteY17" fmla="*/ 249082 h 255022"/>
                <a:gd name="connsiteX18" fmla="*/ 373467 w 379454"/>
                <a:gd name="connsiteY18" fmla="*/ 255023 h 255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79454" h="255022">
                  <a:moveTo>
                    <a:pt x="373467" y="255023"/>
                  </a:moveTo>
                  <a:lnTo>
                    <a:pt x="5975" y="255023"/>
                  </a:lnTo>
                  <a:cubicBezTo>
                    <a:pt x="2687" y="255023"/>
                    <a:pt x="25" y="252361"/>
                    <a:pt x="25" y="249073"/>
                  </a:cubicBezTo>
                  <a:lnTo>
                    <a:pt x="25" y="37862"/>
                  </a:lnTo>
                  <a:cubicBezTo>
                    <a:pt x="-96" y="36552"/>
                    <a:pt x="224" y="35248"/>
                    <a:pt x="915" y="34154"/>
                  </a:cubicBezTo>
                  <a:cubicBezTo>
                    <a:pt x="1383" y="33383"/>
                    <a:pt x="2017" y="32722"/>
                    <a:pt x="2767" y="32227"/>
                  </a:cubicBezTo>
                  <a:lnTo>
                    <a:pt x="40034" y="507"/>
                  </a:lnTo>
                  <a:lnTo>
                    <a:pt x="47748" y="9569"/>
                  </a:lnTo>
                  <a:lnTo>
                    <a:pt x="11925" y="40056"/>
                  </a:lnTo>
                  <a:lnTo>
                    <a:pt x="11925" y="243123"/>
                  </a:lnTo>
                  <a:lnTo>
                    <a:pt x="367518" y="243123"/>
                  </a:lnTo>
                  <a:lnTo>
                    <a:pt x="367518" y="40026"/>
                  </a:lnTo>
                  <a:lnTo>
                    <a:pt x="331146" y="9062"/>
                  </a:lnTo>
                  <a:lnTo>
                    <a:pt x="338866" y="0"/>
                  </a:lnTo>
                  <a:lnTo>
                    <a:pt x="376903" y="32387"/>
                  </a:lnTo>
                  <a:cubicBezTo>
                    <a:pt x="377938" y="33128"/>
                    <a:pt x="378732" y="34181"/>
                    <a:pt x="379132" y="35408"/>
                  </a:cubicBezTo>
                  <a:cubicBezTo>
                    <a:pt x="379414" y="36232"/>
                    <a:pt x="379515" y="37115"/>
                    <a:pt x="379420" y="37993"/>
                  </a:cubicBezTo>
                  <a:lnTo>
                    <a:pt x="379420" y="249082"/>
                  </a:lnTo>
                  <a:cubicBezTo>
                    <a:pt x="379417" y="252361"/>
                    <a:pt x="376755" y="255023"/>
                    <a:pt x="373467" y="255023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9" name="자유형: 도형 6">
              <a:extLst>
                <a:ext uri="{FF2B5EF4-FFF2-40B4-BE49-F238E27FC236}">
                  <a16:creationId xmlns:a16="http://schemas.microsoft.com/office/drawing/2014/main" id="{96E86925-16F5-4277-8AED-0FD2D98386BF}"/>
                </a:ext>
              </a:extLst>
            </p:cNvPr>
            <p:cNvSpPr/>
            <p:nvPr/>
          </p:nvSpPr>
          <p:spPr>
            <a:xfrm>
              <a:off x="5355917" y="2266935"/>
              <a:ext cx="301849" cy="124668"/>
            </a:xfrm>
            <a:custGeom>
              <a:avLst/>
              <a:gdLst>
                <a:gd name="connsiteX0" fmla="*/ 301850 w 301849"/>
                <a:gd name="connsiteY0" fmla="*/ 124668 h 124668"/>
                <a:gd name="connsiteX1" fmla="*/ 289950 w 301849"/>
                <a:gd name="connsiteY1" fmla="*/ 124668 h 124668"/>
                <a:gd name="connsiteX2" fmla="*/ 289950 w 301849"/>
                <a:gd name="connsiteY2" fmla="*/ 11902 h 124668"/>
                <a:gd name="connsiteX3" fmla="*/ 11899 w 301849"/>
                <a:gd name="connsiteY3" fmla="*/ 11902 h 124668"/>
                <a:gd name="connsiteX4" fmla="*/ 11899 w 301849"/>
                <a:gd name="connsiteY4" fmla="*/ 124668 h 124668"/>
                <a:gd name="connsiteX5" fmla="*/ 0 w 301849"/>
                <a:gd name="connsiteY5" fmla="*/ 124668 h 124668"/>
                <a:gd name="connsiteX6" fmla="*/ 0 w 301849"/>
                <a:gd name="connsiteY6" fmla="*/ 0 h 124668"/>
                <a:gd name="connsiteX7" fmla="*/ 301850 w 301849"/>
                <a:gd name="connsiteY7" fmla="*/ 0 h 12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1849" h="124668">
                  <a:moveTo>
                    <a:pt x="301850" y="124668"/>
                  </a:moveTo>
                  <a:lnTo>
                    <a:pt x="289950" y="124668"/>
                  </a:lnTo>
                  <a:lnTo>
                    <a:pt x="289950" y="11902"/>
                  </a:lnTo>
                  <a:lnTo>
                    <a:pt x="11899" y="11902"/>
                  </a:lnTo>
                  <a:lnTo>
                    <a:pt x="11899" y="124668"/>
                  </a:lnTo>
                  <a:lnTo>
                    <a:pt x="0" y="124668"/>
                  </a:lnTo>
                  <a:lnTo>
                    <a:pt x="0" y="0"/>
                  </a:lnTo>
                  <a:lnTo>
                    <a:pt x="30185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0" name="자유형: 도형 7">
              <a:extLst>
                <a:ext uri="{FF2B5EF4-FFF2-40B4-BE49-F238E27FC236}">
                  <a16:creationId xmlns:a16="http://schemas.microsoft.com/office/drawing/2014/main" id="{9FE290BD-8D08-48A8-9E54-3A8B694A8C0D}"/>
                </a:ext>
              </a:extLst>
            </p:cNvPr>
            <p:cNvSpPr/>
            <p:nvPr/>
          </p:nvSpPr>
          <p:spPr>
            <a:xfrm>
              <a:off x="5387059" y="2379932"/>
              <a:ext cx="155229" cy="11902"/>
            </a:xfrm>
            <a:custGeom>
              <a:avLst/>
              <a:gdLst>
                <a:gd name="connsiteX0" fmla="*/ 0 w 155229"/>
                <a:gd name="connsiteY0" fmla="*/ 0 h 11902"/>
                <a:gd name="connsiteX1" fmla="*/ 155229 w 155229"/>
                <a:gd name="connsiteY1" fmla="*/ 0 h 11902"/>
                <a:gd name="connsiteX2" fmla="*/ 155229 w 155229"/>
                <a:gd name="connsiteY2" fmla="*/ 11902 h 11902"/>
                <a:gd name="connsiteX3" fmla="*/ 0 w 155229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9" h="11902">
                  <a:moveTo>
                    <a:pt x="0" y="0"/>
                  </a:moveTo>
                  <a:lnTo>
                    <a:pt x="155229" y="0"/>
                  </a:lnTo>
                  <a:lnTo>
                    <a:pt x="155229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1" name="자유형: 도형 8">
              <a:extLst>
                <a:ext uri="{FF2B5EF4-FFF2-40B4-BE49-F238E27FC236}">
                  <a16:creationId xmlns:a16="http://schemas.microsoft.com/office/drawing/2014/main" id="{7D10798A-FCF2-4A82-83F4-7A982BD55EF3}"/>
                </a:ext>
              </a:extLst>
            </p:cNvPr>
            <p:cNvSpPr/>
            <p:nvPr/>
          </p:nvSpPr>
          <p:spPr>
            <a:xfrm>
              <a:off x="5387059" y="2418381"/>
              <a:ext cx="155229" cy="11902"/>
            </a:xfrm>
            <a:custGeom>
              <a:avLst/>
              <a:gdLst>
                <a:gd name="connsiteX0" fmla="*/ 0 w 155229"/>
                <a:gd name="connsiteY0" fmla="*/ 0 h 11902"/>
                <a:gd name="connsiteX1" fmla="*/ 155229 w 155229"/>
                <a:gd name="connsiteY1" fmla="*/ 0 h 11902"/>
                <a:gd name="connsiteX2" fmla="*/ 155229 w 155229"/>
                <a:gd name="connsiteY2" fmla="*/ 11902 h 11902"/>
                <a:gd name="connsiteX3" fmla="*/ 0 w 155229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9" h="11902">
                  <a:moveTo>
                    <a:pt x="0" y="0"/>
                  </a:moveTo>
                  <a:lnTo>
                    <a:pt x="155229" y="0"/>
                  </a:lnTo>
                  <a:lnTo>
                    <a:pt x="155229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" name="자유형: 도형 9">
              <a:extLst>
                <a:ext uri="{FF2B5EF4-FFF2-40B4-BE49-F238E27FC236}">
                  <a16:creationId xmlns:a16="http://schemas.microsoft.com/office/drawing/2014/main" id="{DEB4C091-4BE8-4258-AD08-4A6EBB461AE4}"/>
                </a:ext>
              </a:extLst>
            </p:cNvPr>
            <p:cNvSpPr/>
            <p:nvPr/>
          </p:nvSpPr>
          <p:spPr>
            <a:xfrm>
              <a:off x="5419022" y="2456831"/>
              <a:ext cx="123266" cy="11902"/>
            </a:xfrm>
            <a:custGeom>
              <a:avLst/>
              <a:gdLst>
                <a:gd name="connsiteX0" fmla="*/ 0 w 123266"/>
                <a:gd name="connsiteY0" fmla="*/ 0 h 11902"/>
                <a:gd name="connsiteX1" fmla="*/ 123266 w 123266"/>
                <a:gd name="connsiteY1" fmla="*/ 0 h 11902"/>
                <a:gd name="connsiteX2" fmla="*/ 123266 w 123266"/>
                <a:gd name="connsiteY2" fmla="*/ 11902 h 11902"/>
                <a:gd name="connsiteX3" fmla="*/ 0 w 123266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266" h="11902">
                  <a:moveTo>
                    <a:pt x="0" y="0"/>
                  </a:moveTo>
                  <a:lnTo>
                    <a:pt x="123266" y="0"/>
                  </a:lnTo>
                  <a:lnTo>
                    <a:pt x="123266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3" name="자유형: 도형 10">
              <a:extLst>
                <a:ext uri="{FF2B5EF4-FFF2-40B4-BE49-F238E27FC236}">
                  <a16:creationId xmlns:a16="http://schemas.microsoft.com/office/drawing/2014/main" id="{D37C5FE9-CA30-47FE-848F-21A20FB044F5}"/>
                </a:ext>
              </a:extLst>
            </p:cNvPr>
            <p:cNvSpPr/>
            <p:nvPr/>
          </p:nvSpPr>
          <p:spPr>
            <a:xfrm>
              <a:off x="5562978" y="2379932"/>
              <a:ext cx="61181" cy="11902"/>
            </a:xfrm>
            <a:custGeom>
              <a:avLst/>
              <a:gdLst>
                <a:gd name="connsiteX0" fmla="*/ 0 w 61181"/>
                <a:gd name="connsiteY0" fmla="*/ 0 h 11902"/>
                <a:gd name="connsiteX1" fmla="*/ 61181 w 61181"/>
                <a:gd name="connsiteY1" fmla="*/ 0 h 11902"/>
                <a:gd name="connsiteX2" fmla="*/ 61181 w 61181"/>
                <a:gd name="connsiteY2" fmla="*/ 11902 h 11902"/>
                <a:gd name="connsiteX3" fmla="*/ 0 w 61181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81" h="11902">
                  <a:moveTo>
                    <a:pt x="0" y="0"/>
                  </a:moveTo>
                  <a:lnTo>
                    <a:pt x="61181" y="0"/>
                  </a:lnTo>
                  <a:lnTo>
                    <a:pt x="61181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4" name="자유형: 도형 11">
              <a:extLst>
                <a:ext uri="{FF2B5EF4-FFF2-40B4-BE49-F238E27FC236}">
                  <a16:creationId xmlns:a16="http://schemas.microsoft.com/office/drawing/2014/main" id="{1CE1DCDC-2873-4AC3-9848-D0B8954B9034}"/>
                </a:ext>
              </a:extLst>
            </p:cNvPr>
            <p:cNvSpPr/>
            <p:nvPr/>
          </p:nvSpPr>
          <p:spPr>
            <a:xfrm>
              <a:off x="5562978" y="2418381"/>
              <a:ext cx="40281" cy="11902"/>
            </a:xfrm>
            <a:custGeom>
              <a:avLst/>
              <a:gdLst>
                <a:gd name="connsiteX0" fmla="*/ 0 w 40281"/>
                <a:gd name="connsiteY0" fmla="*/ 0 h 11902"/>
                <a:gd name="connsiteX1" fmla="*/ 40281 w 40281"/>
                <a:gd name="connsiteY1" fmla="*/ 0 h 11902"/>
                <a:gd name="connsiteX2" fmla="*/ 40281 w 40281"/>
                <a:gd name="connsiteY2" fmla="*/ 11902 h 11902"/>
                <a:gd name="connsiteX3" fmla="*/ 0 w 40281"/>
                <a:gd name="connsiteY3" fmla="*/ 11902 h 1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81" h="11902">
                  <a:moveTo>
                    <a:pt x="0" y="0"/>
                  </a:moveTo>
                  <a:lnTo>
                    <a:pt x="40281" y="0"/>
                  </a:lnTo>
                  <a:lnTo>
                    <a:pt x="40281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자유형: 도형 12">
              <a:extLst>
                <a:ext uri="{FF2B5EF4-FFF2-40B4-BE49-F238E27FC236}">
                  <a16:creationId xmlns:a16="http://schemas.microsoft.com/office/drawing/2014/main" id="{2F44FC68-A4AC-4A41-8C2D-0ECA9A336B86}"/>
                </a:ext>
              </a:extLst>
            </p:cNvPr>
            <p:cNvSpPr/>
            <p:nvPr/>
          </p:nvSpPr>
          <p:spPr>
            <a:xfrm>
              <a:off x="5387374" y="2300493"/>
              <a:ext cx="156560" cy="53268"/>
            </a:xfrm>
            <a:custGeom>
              <a:avLst/>
              <a:gdLst>
                <a:gd name="connsiteX0" fmla="*/ 144889 w 156560"/>
                <a:gd name="connsiteY0" fmla="*/ 11668 h 53268"/>
                <a:gd name="connsiteX1" fmla="*/ 144889 w 156560"/>
                <a:gd name="connsiteY1" fmla="*/ 41598 h 53268"/>
                <a:gd name="connsiteX2" fmla="*/ 11668 w 156560"/>
                <a:gd name="connsiteY2" fmla="*/ 41598 h 53268"/>
                <a:gd name="connsiteX3" fmla="*/ 11668 w 156560"/>
                <a:gd name="connsiteY3" fmla="*/ 11668 h 53268"/>
                <a:gd name="connsiteX4" fmla="*/ 144889 w 156560"/>
                <a:gd name="connsiteY4" fmla="*/ 11668 h 53268"/>
                <a:gd name="connsiteX5" fmla="*/ 156557 w 156560"/>
                <a:gd name="connsiteY5" fmla="*/ 0 h 53268"/>
                <a:gd name="connsiteX6" fmla="*/ 0 w 156560"/>
                <a:gd name="connsiteY6" fmla="*/ 0 h 53268"/>
                <a:gd name="connsiteX7" fmla="*/ 0 w 156560"/>
                <a:gd name="connsiteY7" fmla="*/ 53269 h 53268"/>
                <a:gd name="connsiteX8" fmla="*/ 156560 w 156560"/>
                <a:gd name="connsiteY8" fmla="*/ 53269 h 53268"/>
                <a:gd name="connsiteX9" fmla="*/ 156560 w 156560"/>
                <a:gd name="connsiteY9" fmla="*/ 0 h 53268"/>
                <a:gd name="connsiteX10" fmla="*/ 156557 w 156560"/>
                <a:gd name="connsiteY10" fmla="*/ 0 h 5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560" h="53268">
                  <a:moveTo>
                    <a:pt x="144889" y="11668"/>
                  </a:moveTo>
                  <a:lnTo>
                    <a:pt x="144889" y="41598"/>
                  </a:lnTo>
                  <a:lnTo>
                    <a:pt x="11668" y="41598"/>
                  </a:lnTo>
                  <a:lnTo>
                    <a:pt x="11668" y="11668"/>
                  </a:lnTo>
                  <a:lnTo>
                    <a:pt x="144889" y="11668"/>
                  </a:lnTo>
                  <a:moveTo>
                    <a:pt x="156557" y="0"/>
                  </a:moveTo>
                  <a:lnTo>
                    <a:pt x="0" y="0"/>
                  </a:lnTo>
                  <a:lnTo>
                    <a:pt x="0" y="53269"/>
                  </a:lnTo>
                  <a:lnTo>
                    <a:pt x="156560" y="53269"/>
                  </a:lnTo>
                  <a:lnTo>
                    <a:pt x="156560" y="0"/>
                  </a:lnTo>
                  <a:lnTo>
                    <a:pt x="15655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6" name="자유형: 도형 13">
              <a:extLst>
                <a:ext uri="{FF2B5EF4-FFF2-40B4-BE49-F238E27FC236}">
                  <a16:creationId xmlns:a16="http://schemas.microsoft.com/office/drawing/2014/main" id="{60677520-E8CB-4462-8581-CA7A624EE639}"/>
                </a:ext>
              </a:extLst>
            </p:cNvPr>
            <p:cNvSpPr/>
            <p:nvPr/>
          </p:nvSpPr>
          <p:spPr>
            <a:xfrm>
              <a:off x="5562978" y="2300493"/>
              <a:ext cx="60869" cy="53268"/>
            </a:xfrm>
            <a:custGeom>
              <a:avLst/>
              <a:gdLst>
                <a:gd name="connsiteX0" fmla="*/ 49207 w 60869"/>
                <a:gd name="connsiteY0" fmla="*/ 11668 h 53268"/>
                <a:gd name="connsiteX1" fmla="*/ 49207 w 60869"/>
                <a:gd name="connsiteY1" fmla="*/ 41598 h 53268"/>
                <a:gd name="connsiteX2" fmla="*/ 11665 w 60869"/>
                <a:gd name="connsiteY2" fmla="*/ 41598 h 53268"/>
                <a:gd name="connsiteX3" fmla="*/ 11665 w 60869"/>
                <a:gd name="connsiteY3" fmla="*/ 11668 h 53268"/>
                <a:gd name="connsiteX4" fmla="*/ 49207 w 60869"/>
                <a:gd name="connsiteY4" fmla="*/ 11668 h 53268"/>
                <a:gd name="connsiteX5" fmla="*/ 60870 w 60869"/>
                <a:gd name="connsiteY5" fmla="*/ 0 h 53268"/>
                <a:gd name="connsiteX6" fmla="*/ 0 w 60869"/>
                <a:gd name="connsiteY6" fmla="*/ 0 h 53268"/>
                <a:gd name="connsiteX7" fmla="*/ 0 w 60869"/>
                <a:gd name="connsiteY7" fmla="*/ 53269 h 53268"/>
                <a:gd name="connsiteX8" fmla="*/ 60870 w 60869"/>
                <a:gd name="connsiteY8" fmla="*/ 53269 h 53268"/>
                <a:gd name="connsiteX9" fmla="*/ 60870 w 60869"/>
                <a:gd name="connsiteY9" fmla="*/ 0 h 53268"/>
                <a:gd name="connsiteX10" fmla="*/ 60870 w 60869"/>
                <a:gd name="connsiteY10" fmla="*/ 0 h 5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869" h="53268">
                  <a:moveTo>
                    <a:pt x="49207" y="11668"/>
                  </a:moveTo>
                  <a:lnTo>
                    <a:pt x="49207" y="41598"/>
                  </a:lnTo>
                  <a:lnTo>
                    <a:pt x="11665" y="41598"/>
                  </a:lnTo>
                  <a:lnTo>
                    <a:pt x="11665" y="11668"/>
                  </a:lnTo>
                  <a:lnTo>
                    <a:pt x="49207" y="11668"/>
                  </a:lnTo>
                  <a:moveTo>
                    <a:pt x="60870" y="0"/>
                  </a:moveTo>
                  <a:lnTo>
                    <a:pt x="0" y="0"/>
                  </a:lnTo>
                  <a:lnTo>
                    <a:pt x="0" y="53269"/>
                  </a:lnTo>
                  <a:lnTo>
                    <a:pt x="60870" y="53269"/>
                  </a:lnTo>
                  <a:lnTo>
                    <a:pt x="60870" y="0"/>
                  </a:lnTo>
                  <a:lnTo>
                    <a:pt x="6087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27" name="그래픽 72">
              <a:extLst>
                <a:ext uri="{FF2B5EF4-FFF2-40B4-BE49-F238E27FC236}">
                  <a16:creationId xmlns:a16="http://schemas.microsoft.com/office/drawing/2014/main" id="{56C55CF4-8090-4591-9831-8513E64EFFC1}"/>
                </a:ext>
              </a:extLst>
            </p:cNvPr>
            <p:cNvGrpSpPr/>
            <p:nvPr/>
          </p:nvGrpSpPr>
          <p:grpSpPr>
            <a:xfrm>
              <a:off x="5319748" y="2383252"/>
              <a:ext cx="376477" cy="213455"/>
              <a:chOff x="5319748" y="2383252"/>
              <a:chExt cx="376477" cy="21345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28" name="자유형: 도형 15">
                <a:extLst>
                  <a:ext uri="{FF2B5EF4-FFF2-40B4-BE49-F238E27FC236}">
                    <a16:creationId xmlns:a16="http://schemas.microsoft.com/office/drawing/2014/main" id="{CB2A6E88-75A9-4C83-A22F-64920D6A528A}"/>
                  </a:ext>
                </a:extLst>
              </p:cNvPr>
              <p:cNvSpPr/>
              <p:nvPr/>
            </p:nvSpPr>
            <p:spPr>
              <a:xfrm>
                <a:off x="5319748" y="2383252"/>
                <a:ext cx="376477" cy="113320"/>
              </a:xfrm>
              <a:custGeom>
                <a:avLst/>
                <a:gdLst>
                  <a:gd name="connsiteX0" fmla="*/ 246764 w 376477"/>
                  <a:gd name="connsiteY0" fmla="*/ 113320 h 113320"/>
                  <a:gd name="connsiteX1" fmla="*/ 129234 w 376477"/>
                  <a:gd name="connsiteY1" fmla="*/ 113320 h 113320"/>
                  <a:gd name="connsiteX2" fmla="*/ 125463 w 376477"/>
                  <a:gd name="connsiteY2" fmla="*/ 111975 h 113320"/>
                  <a:gd name="connsiteX3" fmla="*/ 0 w 376477"/>
                  <a:gd name="connsiteY3" fmla="*/ 9214 h 113320"/>
                  <a:gd name="connsiteX4" fmla="*/ 7539 w 376477"/>
                  <a:gd name="connsiteY4" fmla="*/ 6 h 113320"/>
                  <a:gd name="connsiteX5" fmla="*/ 131359 w 376477"/>
                  <a:gd name="connsiteY5" fmla="*/ 101418 h 113320"/>
                  <a:gd name="connsiteX6" fmla="*/ 244644 w 376477"/>
                  <a:gd name="connsiteY6" fmla="*/ 101418 h 113320"/>
                  <a:gd name="connsiteX7" fmla="*/ 368951 w 376477"/>
                  <a:gd name="connsiteY7" fmla="*/ 0 h 113320"/>
                  <a:gd name="connsiteX8" fmla="*/ 376478 w 376477"/>
                  <a:gd name="connsiteY8" fmla="*/ 9223 h 113320"/>
                  <a:gd name="connsiteX9" fmla="*/ 250529 w 376477"/>
                  <a:gd name="connsiteY9" fmla="*/ 111983 h 113320"/>
                  <a:gd name="connsiteX10" fmla="*/ 246764 w 376477"/>
                  <a:gd name="connsiteY10" fmla="*/ 113320 h 11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6477" h="113320">
                    <a:moveTo>
                      <a:pt x="246764" y="113320"/>
                    </a:moveTo>
                    <a:lnTo>
                      <a:pt x="129234" y="113320"/>
                    </a:lnTo>
                    <a:cubicBezTo>
                      <a:pt x="127858" y="113320"/>
                      <a:pt x="126527" y="112846"/>
                      <a:pt x="125463" y="111975"/>
                    </a:cubicBezTo>
                    <a:lnTo>
                      <a:pt x="0" y="9214"/>
                    </a:lnTo>
                    <a:lnTo>
                      <a:pt x="7539" y="6"/>
                    </a:lnTo>
                    <a:lnTo>
                      <a:pt x="131359" y="101418"/>
                    </a:lnTo>
                    <a:lnTo>
                      <a:pt x="244644" y="101418"/>
                    </a:lnTo>
                    <a:lnTo>
                      <a:pt x="368951" y="0"/>
                    </a:lnTo>
                    <a:lnTo>
                      <a:pt x="376478" y="9223"/>
                    </a:lnTo>
                    <a:lnTo>
                      <a:pt x="250529" y="111983"/>
                    </a:lnTo>
                    <a:cubicBezTo>
                      <a:pt x="249461" y="112849"/>
                      <a:pt x="248136" y="113320"/>
                      <a:pt x="246764" y="11332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29" name="그래픽 72">
                <a:extLst>
                  <a:ext uri="{FF2B5EF4-FFF2-40B4-BE49-F238E27FC236}">
                    <a16:creationId xmlns:a16="http://schemas.microsoft.com/office/drawing/2014/main" id="{8EACD4DC-4F68-44B9-AAE4-AED4AEB6BE5F}"/>
                  </a:ext>
                </a:extLst>
              </p:cNvPr>
              <p:cNvGrpSpPr/>
              <p:nvPr/>
            </p:nvGrpSpPr>
            <p:grpSpPr>
              <a:xfrm>
                <a:off x="5331039" y="2485954"/>
                <a:ext cx="356582" cy="110754"/>
                <a:chOff x="5331039" y="2485954"/>
                <a:chExt cx="356582" cy="110754"/>
              </a:xfrm>
              <a:solidFill>
                <a:schemeClr val="tx1">
                  <a:lumMod val="95000"/>
                  <a:lumOff val="5000"/>
                </a:schemeClr>
              </a:solidFill>
            </p:grpSpPr>
            <p:sp>
              <p:nvSpPr>
                <p:cNvPr id="30" name="자유형: 도형 17">
                  <a:extLst>
                    <a:ext uri="{FF2B5EF4-FFF2-40B4-BE49-F238E27FC236}">
                      <a16:creationId xmlns:a16="http://schemas.microsoft.com/office/drawing/2014/main" id="{0378C1E1-2346-45D2-A442-1262A066F381}"/>
                    </a:ext>
                  </a:extLst>
                </p:cNvPr>
                <p:cNvSpPr/>
                <p:nvPr/>
              </p:nvSpPr>
              <p:spPr>
                <a:xfrm>
                  <a:off x="5331039" y="2485954"/>
                  <a:ext cx="123156" cy="107803"/>
                </a:xfrm>
                <a:custGeom>
                  <a:avLst/>
                  <a:gdLst>
                    <a:gd name="connsiteX0" fmla="*/ 7711 w 123156"/>
                    <a:gd name="connsiteY0" fmla="*/ 107803 h 107803"/>
                    <a:gd name="connsiteX1" fmla="*/ 0 w 123156"/>
                    <a:gd name="connsiteY1" fmla="*/ 98735 h 107803"/>
                    <a:gd name="connsiteX2" fmla="*/ 40883 w 123156"/>
                    <a:gd name="connsiteY2" fmla="*/ 63962 h 107803"/>
                    <a:gd name="connsiteX3" fmla="*/ 71714 w 123156"/>
                    <a:gd name="connsiteY3" fmla="*/ 37495 h 107803"/>
                    <a:gd name="connsiteX4" fmla="*/ 84844 w 123156"/>
                    <a:gd name="connsiteY4" fmla="*/ 26221 h 107803"/>
                    <a:gd name="connsiteX5" fmla="*/ 115407 w 123156"/>
                    <a:gd name="connsiteY5" fmla="*/ 0 h 107803"/>
                    <a:gd name="connsiteX6" fmla="*/ 123157 w 123156"/>
                    <a:gd name="connsiteY6" fmla="*/ 9030 h 107803"/>
                    <a:gd name="connsiteX7" fmla="*/ 92599 w 123156"/>
                    <a:gd name="connsiteY7" fmla="*/ 35245 h 107803"/>
                    <a:gd name="connsiteX8" fmla="*/ 79460 w 123156"/>
                    <a:gd name="connsiteY8" fmla="*/ 46534 h 107803"/>
                    <a:gd name="connsiteX9" fmla="*/ 48615 w 123156"/>
                    <a:gd name="connsiteY9" fmla="*/ 73009 h 107803"/>
                    <a:gd name="connsiteX10" fmla="*/ 7711 w 123156"/>
                    <a:gd name="connsiteY10" fmla="*/ 107803 h 107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3156" h="107803">
                      <a:moveTo>
                        <a:pt x="7711" y="107803"/>
                      </a:moveTo>
                      <a:lnTo>
                        <a:pt x="0" y="98735"/>
                      </a:lnTo>
                      <a:lnTo>
                        <a:pt x="40883" y="63962"/>
                      </a:lnTo>
                      <a:lnTo>
                        <a:pt x="71714" y="37495"/>
                      </a:lnTo>
                      <a:cubicBezTo>
                        <a:pt x="75345" y="34388"/>
                        <a:pt x="80091" y="30306"/>
                        <a:pt x="84844" y="26221"/>
                      </a:cubicBezTo>
                      <a:lnTo>
                        <a:pt x="115407" y="0"/>
                      </a:lnTo>
                      <a:lnTo>
                        <a:pt x="123157" y="9030"/>
                      </a:lnTo>
                      <a:lnTo>
                        <a:pt x="92599" y="35245"/>
                      </a:lnTo>
                      <a:cubicBezTo>
                        <a:pt x="87844" y="39339"/>
                        <a:pt x="83089" y="43427"/>
                        <a:pt x="79460" y="46534"/>
                      </a:cubicBezTo>
                      <a:lnTo>
                        <a:pt x="48615" y="73009"/>
                      </a:lnTo>
                      <a:lnTo>
                        <a:pt x="7711" y="107803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자유형: 도형 18">
                  <a:extLst>
                    <a:ext uri="{FF2B5EF4-FFF2-40B4-BE49-F238E27FC236}">
                      <a16:creationId xmlns:a16="http://schemas.microsoft.com/office/drawing/2014/main" id="{B795D5F5-63B4-415B-A477-145378412BE8}"/>
                    </a:ext>
                  </a:extLst>
                </p:cNvPr>
                <p:cNvSpPr/>
                <p:nvPr/>
              </p:nvSpPr>
              <p:spPr>
                <a:xfrm rot="2437942">
                  <a:off x="5546378" y="2535387"/>
                  <a:ext cx="156200" cy="11896"/>
                </a:xfrm>
                <a:custGeom>
                  <a:avLst/>
                  <a:gdLst>
                    <a:gd name="connsiteX0" fmla="*/ 0 w 156200"/>
                    <a:gd name="connsiteY0" fmla="*/ 0 h 11896"/>
                    <a:gd name="connsiteX1" fmla="*/ 156201 w 156200"/>
                    <a:gd name="connsiteY1" fmla="*/ 0 h 11896"/>
                    <a:gd name="connsiteX2" fmla="*/ 156201 w 156200"/>
                    <a:gd name="connsiteY2" fmla="*/ 11896 h 11896"/>
                    <a:gd name="connsiteX3" fmla="*/ 0 w 156200"/>
                    <a:gd name="connsiteY3" fmla="*/ 11896 h 11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200" h="11896">
                      <a:moveTo>
                        <a:pt x="0" y="0"/>
                      </a:moveTo>
                      <a:lnTo>
                        <a:pt x="156201" y="0"/>
                      </a:lnTo>
                      <a:lnTo>
                        <a:pt x="156201" y="11896"/>
                      </a:lnTo>
                      <a:lnTo>
                        <a:pt x="0" y="11896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32" name="눈물 방울 31">
            <a:extLst>
              <a:ext uri="{FF2B5EF4-FFF2-40B4-BE49-F238E27FC236}">
                <a16:creationId xmlns:a16="http://schemas.microsoft.com/office/drawing/2014/main" id="{E3F15833-B4AF-4A87-9176-C67D05BD88CE}"/>
              </a:ext>
            </a:extLst>
          </p:cNvPr>
          <p:cNvSpPr/>
          <p:nvPr/>
        </p:nvSpPr>
        <p:spPr>
          <a:xfrm rot="8100000">
            <a:off x="2977194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AFA8D0D-FF82-49BC-A216-13845AB30A49}"/>
              </a:ext>
            </a:extLst>
          </p:cNvPr>
          <p:cNvSpPr/>
          <p:nvPr/>
        </p:nvSpPr>
        <p:spPr>
          <a:xfrm>
            <a:off x="3067732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34" name="그래픽 77">
            <a:extLst>
              <a:ext uri="{FF2B5EF4-FFF2-40B4-BE49-F238E27FC236}">
                <a16:creationId xmlns:a16="http://schemas.microsoft.com/office/drawing/2014/main" id="{0A9D8EA8-97BF-4414-80D7-A6F783C2C1CB}"/>
              </a:ext>
            </a:extLst>
          </p:cNvPr>
          <p:cNvGrpSpPr/>
          <p:nvPr/>
        </p:nvGrpSpPr>
        <p:grpSpPr>
          <a:xfrm>
            <a:off x="3212595" y="2286820"/>
            <a:ext cx="379454" cy="249227"/>
            <a:chOff x="3212595" y="2286820"/>
            <a:chExt cx="379454" cy="24922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" name="자유형: 도형 20">
              <a:extLst>
                <a:ext uri="{FF2B5EF4-FFF2-40B4-BE49-F238E27FC236}">
                  <a16:creationId xmlns:a16="http://schemas.microsoft.com/office/drawing/2014/main" id="{D5F73C52-9D4E-4C30-AD9B-7D36DCB6D027}"/>
                </a:ext>
              </a:extLst>
            </p:cNvPr>
            <p:cNvSpPr/>
            <p:nvPr/>
          </p:nvSpPr>
          <p:spPr>
            <a:xfrm>
              <a:off x="3212595" y="2286820"/>
              <a:ext cx="331779" cy="142799"/>
            </a:xfrm>
            <a:custGeom>
              <a:avLst/>
              <a:gdLst>
                <a:gd name="connsiteX0" fmla="*/ 317096 w 331779"/>
                <a:gd name="connsiteY0" fmla="*/ 142799 h 142799"/>
                <a:gd name="connsiteX1" fmla="*/ 28349 w 331779"/>
                <a:gd name="connsiteY1" fmla="*/ 142799 h 142799"/>
                <a:gd name="connsiteX2" fmla="*/ 13684 w 331779"/>
                <a:gd name="connsiteY2" fmla="*/ 128018 h 142799"/>
                <a:gd name="connsiteX3" fmla="*/ 13684 w 331779"/>
                <a:gd name="connsiteY3" fmla="*/ 58288 h 142799"/>
                <a:gd name="connsiteX4" fmla="*/ 0 w 331779"/>
                <a:gd name="connsiteY4" fmla="*/ 42567 h 142799"/>
                <a:gd name="connsiteX5" fmla="*/ 13687 w 331779"/>
                <a:gd name="connsiteY5" fmla="*/ 24344 h 142799"/>
                <a:gd name="connsiteX6" fmla="*/ 13687 w 331779"/>
                <a:gd name="connsiteY6" fmla="*/ 14778 h 142799"/>
                <a:gd name="connsiteX7" fmla="*/ 28352 w 331779"/>
                <a:gd name="connsiteY7" fmla="*/ 0 h 142799"/>
                <a:gd name="connsiteX8" fmla="*/ 317096 w 331779"/>
                <a:gd name="connsiteY8" fmla="*/ 0 h 142799"/>
                <a:gd name="connsiteX9" fmla="*/ 331779 w 331779"/>
                <a:gd name="connsiteY9" fmla="*/ 14778 h 142799"/>
                <a:gd name="connsiteX10" fmla="*/ 331779 w 331779"/>
                <a:gd name="connsiteY10" fmla="*/ 128018 h 142799"/>
                <a:gd name="connsiteX11" fmla="*/ 317096 w 331779"/>
                <a:gd name="connsiteY11" fmla="*/ 142799 h 142799"/>
                <a:gd name="connsiteX12" fmla="*/ 15347 w 331779"/>
                <a:gd name="connsiteY12" fmla="*/ 42013 h 142799"/>
                <a:gd name="connsiteX13" fmla="*/ 25622 w 331779"/>
                <a:gd name="connsiteY13" fmla="*/ 53817 h 142799"/>
                <a:gd name="connsiteX14" fmla="*/ 25622 w 331779"/>
                <a:gd name="connsiteY14" fmla="*/ 128015 h 142799"/>
                <a:gd name="connsiteX15" fmla="*/ 28352 w 331779"/>
                <a:gd name="connsiteY15" fmla="*/ 130858 h 142799"/>
                <a:gd name="connsiteX16" fmla="*/ 317096 w 331779"/>
                <a:gd name="connsiteY16" fmla="*/ 130858 h 142799"/>
                <a:gd name="connsiteX17" fmla="*/ 319838 w 331779"/>
                <a:gd name="connsiteY17" fmla="*/ 128015 h 142799"/>
                <a:gd name="connsiteX18" fmla="*/ 319844 w 331779"/>
                <a:gd name="connsiteY18" fmla="*/ 14775 h 142799"/>
                <a:gd name="connsiteX19" fmla="*/ 317099 w 331779"/>
                <a:gd name="connsiteY19" fmla="*/ 11935 h 142799"/>
                <a:gd name="connsiteX20" fmla="*/ 28352 w 331779"/>
                <a:gd name="connsiteY20" fmla="*/ 11935 h 142799"/>
                <a:gd name="connsiteX21" fmla="*/ 25622 w 331779"/>
                <a:gd name="connsiteY21" fmla="*/ 14775 h 142799"/>
                <a:gd name="connsiteX22" fmla="*/ 25622 w 331779"/>
                <a:gd name="connsiteY22" fmla="*/ 28326 h 142799"/>
                <a:gd name="connsiteX23" fmla="*/ 15347 w 331779"/>
                <a:gd name="connsiteY23" fmla="*/ 42013 h 14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1779" h="142799">
                  <a:moveTo>
                    <a:pt x="317096" y="142799"/>
                  </a:moveTo>
                  <a:lnTo>
                    <a:pt x="28349" y="142799"/>
                  </a:lnTo>
                  <a:cubicBezTo>
                    <a:pt x="20262" y="142799"/>
                    <a:pt x="13684" y="136171"/>
                    <a:pt x="13684" y="128018"/>
                  </a:cubicBezTo>
                  <a:lnTo>
                    <a:pt x="13684" y="58288"/>
                  </a:lnTo>
                  <a:lnTo>
                    <a:pt x="0" y="42567"/>
                  </a:lnTo>
                  <a:lnTo>
                    <a:pt x="13687" y="24344"/>
                  </a:lnTo>
                  <a:lnTo>
                    <a:pt x="13687" y="14778"/>
                  </a:lnTo>
                  <a:cubicBezTo>
                    <a:pt x="13687" y="6629"/>
                    <a:pt x="20268" y="0"/>
                    <a:pt x="28352" y="0"/>
                  </a:cubicBezTo>
                  <a:lnTo>
                    <a:pt x="317096" y="0"/>
                  </a:lnTo>
                  <a:cubicBezTo>
                    <a:pt x="325189" y="0"/>
                    <a:pt x="331779" y="6629"/>
                    <a:pt x="331779" y="14778"/>
                  </a:cubicBezTo>
                  <a:lnTo>
                    <a:pt x="331779" y="128018"/>
                  </a:lnTo>
                  <a:cubicBezTo>
                    <a:pt x="331773" y="136171"/>
                    <a:pt x="325180" y="142799"/>
                    <a:pt x="317096" y="142799"/>
                  </a:cubicBezTo>
                  <a:close/>
                  <a:moveTo>
                    <a:pt x="15347" y="42013"/>
                  </a:moveTo>
                  <a:lnTo>
                    <a:pt x="25622" y="53817"/>
                  </a:lnTo>
                  <a:lnTo>
                    <a:pt x="25622" y="128015"/>
                  </a:lnTo>
                  <a:cubicBezTo>
                    <a:pt x="25622" y="129557"/>
                    <a:pt x="26873" y="130858"/>
                    <a:pt x="28352" y="130858"/>
                  </a:cubicBezTo>
                  <a:lnTo>
                    <a:pt x="317096" y="130858"/>
                  </a:lnTo>
                  <a:cubicBezTo>
                    <a:pt x="318581" y="130858"/>
                    <a:pt x="319838" y="129557"/>
                    <a:pt x="319838" y="128015"/>
                  </a:cubicBezTo>
                  <a:lnTo>
                    <a:pt x="319844" y="14775"/>
                  </a:lnTo>
                  <a:cubicBezTo>
                    <a:pt x="319844" y="13233"/>
                    <a:pt x="318587" y="11935"/>
                    <a:pt x="317099" y="11935"/>
                  </a:cubicBezTo>
                  <a:lnTo>
                    <a:pt x="28352" y="11935"/>
                  </a:lnTo>
                  <a:cubicBezTo>
                    <a:pt x="26873" y="11935"/>
                    <a:pt x="25622" y="13236"/>
                    <a:pt x="25622" y="14775"/>
                  </a:cubicBezTo>
                  <a:lnTo>
                    <a:pt x="25622" y="28326"/>
                  </a:lnTo>
                  <a:lnTo>
                    <a:pt x="15347" y="4201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6" name="자유형: 도형 21">
              <a:extLst>
                <a:ext uri="{FF2B5EF4-FFF2-40B4-BE49-F238E27FC236}">
                  <a16:creationId xmlns:a16="http://schemas.microsoft.com/office/drawing/2014/main" id="{28F5161C-B044-4E83-BE9A-5DA1C56195F2}"/>
                </a:ext>
              </a:extLst>
            </p:cNvPr>
            <p:cNvSpPr/>
            <p:nvPr/>
          </p:nvSpPr>
          <p:spPr>
            <a:xfrm>
              <a:off x="3262033" y="2451462"/>
              <a:ext cx="330015" cy="84585"/>
            </a:xfrm>
            <a:custGeom>
              <a:avLst/>
              <a:gdLst>
                <a:gd name="connsiteX0" fmla="*/ 301675 w 330015"/>
                <a:gd name="connsiteY0" fmla="*/ 84586 h 84585"/>
                <a:gd name="connsiteX1" fmla="*/ 14683 w 330015"/>
                <a:gd name="connsiteY1" fmla="*/ 84586 h 84585"/>
                <a:gd name="connsiteX2" fmla="*/ 3 w 330015"/>
                <a:gd name="connsiteY2" fmla="*/ 69811 h 84585"/>
                <a:gd name="connsiteX3" fmla="*/ 0 w 330015"/>
                <a:gd name="connsiteY3" fmla="*/ 14772 h 84585"/>
                <a:gd name="connsiteX4" fmla="*/ 14680 w 330015"/>
                <a:gd name="connsiteY4" fmla="*/ 0 h 84585"/>
                <a:gd name="connsiteX5" fmla="*/ 301675 w 330015"/>
                <a:gd name="connsiteY5" fmla="*/ 0 h 84585"/>
                <a:gd name="connsiteX6" fmla="*/ 316358 w 330015"/>
                <a:gd name="connsiteY6" fmla="*/ 14772 h 84585"/>
                <a:gd name="connsiteX7" fmla="*/ 316358 w 330015"/>
                <a:gd name="connsiteY7" fmla="*/ 24347 h 84585"/>
                <a:gd name="connsiteX8" fmla="*/ 330015 w 330015"/>
                <a:gd name="connsiteY8" fmla="*/ 42570 h 84585"/>
                <a:gd name="connsiteX9" fmla="*/ 316361 w 330015"/>
                <a:gd name="connsiteY9" fmla="*/ 58285 h 84585"/>
                <a:gd name="connsiteX10" fmla="*/ 316361 w 330015"/>
                <a:gd name="connsiteY10" fmla="*/ 69811 h 84585"/>
                <a:gd name="connsiteX11" fmla="*/ 301675 w 330015"/>
                <a:gd name="connsiteY11" fmla="*/ 84586 h 84585"/>
                <a:gd name="connsiteX12" fmla="*/ 14680 w 330015"/>
                <a:gd name="connsiteY12" fmla="*/ 11935 h 84585"/>
                <a:gd name="connsiteX13" fmla="*/ 11938 w 330015"/>
                <a:gd name="connsiteY13" fmla="*/ 14769 h 84585"/>
                <a:gd name="connsiteX14" fmla="*/ 11938 w 330015"/>
                <a:gd name="connsiteY14" fmla="*/ 69808 h 84585"/>
                <a:gd name="connsiteX15" fmla="*/ 14683 w 330015"/>
                <a:gd name="connsiteY15" fmla="*/ 72645 h 84585"/>
                <a:gd name="connsiteX16" fmla="*/ 301678 w 330015"/>
                <a:gd name="connsiteY16" fmla="*/ 72645 h 84585"/>
                <a:gd name="connsiteX17" fmla="*/ 304423 w 330015"/>
                <a:gd name="connsiteY17" fmla="*/ 69808 h 84585"/>
                <a:gd name="connsiteX18" fmla="*/ 304423 w 330015"/>
                <a:gd name="connsiteY18" fmla="*/ 53817 h 84585"/>
                <a:gd name="connsiteX19" fmla="*/ 314683 w 330015"/>
                <a:gd name="connsiteY19" fmla="*/ 42013 h 84585"/>
                <a:gd name="connsiteX20" fmla="*/ 304420 w 330015"/>
                <a:gd name="connsiteY20" fmla="*/ 28323 h 84585"/>
                <a:gd name="connsiteX21" fmla="*/ 304420 w 330015"/>
                <a:gd name="connsiteY21" fmla="*/ 14769 h 84585"/>
                <a:gd name="connsiteX22" fmla="*/ 301675 w 330015"/>
                <a:gd name="connsiteY22" fmla="*/ 11935 h 84585"/>
                <a:gd name="connsiteX23" fmla="*/ 14680 w 330015"/>
                <a:gd name="connsiteY23" fmla="*/ 11935 h 8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0015" h="84585">
                  <a:moveTo>
                    <a:pt x="301675" y="84586"/>
                  </a:moveTo>
                  <a:lnTo>
                    <a:pt x="14683" y="84586"/>
                  </a:lnTo>
                  <a:cubicBezTo>
                    <a:pt x="6590" y="84586"/>
                    <a:pt x="3" y="77960"/>
                    <a:pt x="3" y="69811"/>
                  </a:cubicBezTo>
                  <a:lnTo>
                    <a:pt x="0" y="14772"/>
                  </a:lnTo>
                  <a:cubicBezTo>
                    <a:pt x="0" y="6626"/>
                    <a:pt x="6587" y="0"/>
                    <a:pt x="14680" y="0"/>
                  </a:cubicBezTo>
                  <a:lnTo>
                    <a:pt x="301675" y="0"/>
                  </a:lnTo>
                  <a:cubicBezTo>
                    <a:pt x="309768" y="0"/>
                    <a:pt x="316358" y="6626"/>
                    <a:pt x="316358" y="14772"/>
                  </a:cubicBezTo>
                  <a:lnTo>
                    <a:pt x="316358" y="24347"/>
                  </a:lnTo>
                  <a:lnTo>
                    <a:pt x="330015" y="42570"/>
                  </a:lnTo>
                  <a:lnTo>
                    <a:pt x="316361" y="58285"/>
                  </a:lnTo>
                  <a:lnTo>
                    <a:pt x="316361" y="69811"/>
                  </a:lnTo>
                  <a:cubicBezTo>
                    <a:pt x="316361" y="77960"/>
                    <a:pt x="309771" y="84586"/>
                    <a:pt x="301675" y="84586"/>
                  </a:cubicBezTo>
                  <a:close/>
                  <a:moveTo>
                    <a:pt x="14680" y="11935"/>
                  </a:moveTo>
                  <a:cubicBezTo>
                    <a:pt x="13195" y="11935"/>
                    <a:pt x="11938" y="13233"/>
                    <a:pt x="11938" y="14769"/>
                  </a:cubicBezTo>
                  <a:lnTo>
                    <a:pt x="11938" y="69808"/>
                  </a:lnTo>
                  <a:cubicBezTo>
                    <a:pt x="11938" y="71343"/>
                    <a:pt x="13195" y="72645"/>
                    <a:pt x="14683" y="72645"/>
                  </a:cubicBezTo>
                  <a:lnTo>
                    <a:pt x="301678" y="72645"/>
                  </a:lnTo>
                  <a:cubicBezTo>
                    <a:pt x="303166" y="72645"/>
                    <a:pt x="304423" y="71346"/>
                    <a:pt x="304423" y="69808"/>
                  </a:cubicBezTo>
                  <a:lnTo>
                    <a:pt x="304423" y="53817"/>
                  </a:lnTo>
                  <a:lnTo>
                    <a:pt x="314683" y="42013"/>
                  </a:lnTo>
                  <a:lnTo>
                    <a:pt x="304420" y="28323"/>
                  </a:lnTo>
                  <a:lnTo>
                    <a:pt x="304420" y="14769"/>
                  </a:lnTo>
                  <a:cubicBezTo>
                    <a:pt x="304420" y="13233"/>
                    <a:pt x="303163" y="11935"/>
                    <a:pt x="301675" y="11935"/>
                  </a:cubicBezTo>
                  <a:lnTo>
                    <a:pt x="14680" y="11935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7" name="자유형: 도형 22">
              <a:extLst>
                <a:ext uri="{FF2B5EF4-FFF2-40B4-BE49-F238E27FC236}">
                  <a16:creationId xmlns:a16="http://schemas.microsoft.com/office/drawing/2014/main" id="{5BDEFC72-170B-4A7C-9F31-86A7270A8015}"/>
                </a:ext>
              </a:extLst>
            </p:cNvPr>
            <p:cNvSpPr/>
            <p:nvPr/>
          </p:nvSpPr>
          <p:spPr>
            <a:xfrm>
              <a:off x="3259525" y="2322700"/>
              <a:ext cx="89897" cy="11937"/>
            </a:xfrm>
            <a:custGeom>
              <a:avLst/>
              <a:gdLst>
                <a:gd name="connsiteX0" fmla="*/ 0 w 89897"/>
                <a:gd name="connsiteY0" fmla="*/ 0 h 11937"/>
                <a:gd name="connsiteX1" fmla="*/ 89898 w 89897"/>
                <a:gd name="connsiteY1" fmla="*/ 0 h 11937"/>
                <a:gd name="connsiteX2" fmla="*/ 89898 w 89897"/>
                <a:gd name="connsiteY2" fmla="*/ 11938 h 11937"/>
                <a:gd name="connsiteX3" fmla="*/ 0 w 89897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97" h="11937">
                  <a:moveTo>
                    <a:pt x="0" y="0"/>
                  </a:moveTo>
                  <a:lnTo>
                    <a:pt x="89898" y="0"/>
                  </a:lnTo>
                  <a:lnTo>
                    <a:pt x="89898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8" name="자유형: 도형 23">
              <a:extLst>
                <a:ext uri="{FF2B5EF4-FFF2-40B4-BE49-F238E27FC236}">
                  <a16:creationId xmlns:a16="http://schemas.microsoft.com/office/drawing/2014/main" id="{C1CE133F-5B69-4736-84AF-7E2353D093F6}"/>
                </a:ext>
              </a:extLst>
            </p:cNvPr>
            <p:cNvSpPr/>
            <p:nvPr/>
          </p:nvSpPr>
          <p:spPr>
            <a:xfrm>
              <a:off x="3363804" y="2322700"/>
              <a:ext cx="86302" cy="11937"/>
            </a:xfrm>
            <a:custGeom>
              <a:avLst/>
              <a:gdLst>
                <a:gd name="connsiteX0" fmla="*/ 0 w 86302"/>
                <a:gd name="connsiteY0" fmla="*/ 0 h 11937"/>
                <a:gd name="connsiteX1" fmla="*/ 86302 w 86302"/>
                <a:gd name="connsiteY1" fmla="*/ 0 h 11937"/>
                <a:gd name="connsiteX2" fmla="*/ 86302 w 86302"/>
                <a:gd name="connsiteY2" fmla="*/ 11938 h 11937"/>
                <a:gd name="connsiteX3" fmla="*/ 0 w 86302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02" h="11937">
                  <a:moveTo>
                    <a:pt x="0" y="0"/>
                  </a:moveTo>
                  <a:lnTo>
                    <a:pt x="86302" y="0"/>
                  </a:lnTo>
                  <a:lnTo>
                    <a:pt x="86302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39" name="자유형: 도형 33">
              <a:extLst>
                <a:ext uri="{FF2B5EF4-FFF2-40B4-BE49-F238E27FC236}">
                  <a16:creationId xmlns:a16="http://schemas.microsoft.com/office/drawing/2014/main" id="{98837263-995A-43EE-AEAD-307FD8ED140D}"/>
                </a:ext>
              </a:extLst>
            </p:cNvPr>
            <p:cNvSpPr/>
            <p:nvPr/>
          </p:nvSpPr>
          <p:spPr>
            <a:xfrm>
              <a:off x="3416839" y="2322700"/>
              <a:ext cx="75514" cy="11937"/>
            </a:xfrm>
            <a:custGeom>
              <a:avLst/>
              <a:gdLst>
                <a:gd name="connsiteX0" fmla="*/ 0 w 75514"/>
                <a:gd name="connsiteY0" fmla="*/ 0 h 11937"/>
                <a:gd name="connsiteX1" fmla="*/ 75514 w 75514"/>
                <a:gd name="connsiteY1" fmla="*/ 0 h 11937"/>
                <a:gd name="connsiteX2" fmla="*/ 75514 w 75514"/>
                <a:gd name="connsiteY2" fmla="*/ 11938 h 11937"/>
                <a:gd name="connsiteX3" fmla="*/ 0 w 75514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14" h="11937">
                  <a:moveTo>
                    <a:pt x="0" y="0"/>
                  </a:moveTo>
                  <a:lnTo>
                    <a:pt x="75514" y="0"/>
                  </a:lnTo>
                  <a:lnTo>
                    <a:pt x="7551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0" name="자유형: 도형 34">
              <a:extLst>
                <a:ext uri="{FF2B5EF4-FFF2-40B4-BE49-F238E27FC236}">
                  <a16:creationId xmlns:a16="http://schemas.microsoft.com/office/drawing/2014/main" id="{8F448BE8-6C57-4AC7-A25C-64BC2C0FBC3D}"/>
                </a:ext>
              </a:extLst>
            </p:cNvPr>
            <p:cNvSpPr/>
            <p:nvPr/>
          </p:nvSpPr>
          <p:spPr>
            <a:xfrm>
              <a:off x="3259525" y="2350889"/>
              <a:ext cx="38653" cy="11937"/>
            </a:xfrm>
            <a:custGeom>
              <a:avLst/>
              <a:gdLst>
                <a:gd name="connsiteX0" fmla="*/ 0 w 38653"/>
                <a:gd name="connsiteY0" fmla="*/ 0 h 11937"/>
                <a:gd name="connsiteX1" fmla="*/ 38654 w 38653"/>
                <a:gd name="connsiteY1" fmla="*/ 0 h 11937"/>
                <a:gd name="connsiteX2" fmla="*/ 38654 w 38653"/>
                <a:gd name="connsiteY2" fmla="*/ 11938 h 11937"/>
                <a:gd name="connsiteX3" fmla="*/ 0 w 38653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653" h="11937">
                  <a:moveTo>
                    <a:pt x="0" y="0"/>
                  </a:moveTo>
                  <a:lnTo>
                    <a:pt x="38654" y="0"/>
                  </a:lnTo>
                  <a:lnTo>
                    <a:pt x="3865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1" name="자유형: 도형 35">
              <a:extLst>
                <a:ext uri="{FF2B5EF4-FFF2-40B4-BE49-F238E27FC236}">
                  <a16:creationId xmlns:a16="http://schemas.microsoft.com/office/drawing/2014/main" id="{C4FCA94F-67FE-4820-89D8-4764B54CAE01}"/>
                </a:ext>
              </a:extLst>
            </p:cNvPr>
            <p:cNvSpPr/>
            <p:nvPr/>
          </p:nvSpPr>
          <p:spPr>
            <a:xfrm>
              <a:off x="3314359" y="2350889"/>
              <a:ext cx="132150" cy="11937"/>
            </a:xfrm>
            <a:custGeom>
              <a:avLst/>
              <a:gdLst>
                <a:gd name="connsiteX0" fmla="*/ 0 w 132150"/>
                <a:gd name="connsiteY0" fmla="*/ 0 h 11937"/>
                <a:gd name="connsiteX1" fmla="*/ 132151 w 132150"/>
                <a:gd name="connsiteY1" fmla="*/ 0 h 11937"/>
                <a:gd name="connsiteX2" fmla="*/ 132151 w 132150"/>
                <a:gd name="connsiteY2" fmla="*/ 11938 h 11937"/>
                <a:gd name="connsiteX3" fmla="*/ 0 w 132150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0" h="11937">
                  <a:moveTo>
                    <a:pt x="0" y="0"/>
                  </a:moveTo>
                  <a:lnTo>
                    <a:pt x="132151" y="0"/>
                  </a:lnTo>
                  <a:lnTo>
                    <a:pt x="132151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2" name="자유형: 도형 36">
              <a:extLst>
                <a:ext uri="{FF2B5EF4-FFF2-40B4-BE49-F238E27FC236}">
                  <a16:creationId xmlns:a16="http://schemas.microsoft.com/office/drawing/2014/main" id="{E708247D-6822-43B2-8F6B-FF9C3A6DF647}"/>
                </a:ext>
              </a:extLst>
            </p:cNvPr>
            <p:cNvSpPr/>
            <p:nvPr/>
          </p:nvSpPr>
          <p:spPr>
            <a:xfrm>
              <a:off x="3460888" y="2350889"/>
              <a:ext cx="44950" cy="11937"/>
            </a:xfrm>
            <a:custGeom>
              <a:avLst/>
              <a:gdLst>
                <a:gd name="connsiteX0" fmla="*/ 0 w 44950"/>
                <a:gd name="connsiteY0" fmla="*/ 0 h 11937"/>
                <a:gd name="connsiteX1" fmla="*/ 44950 w 44950"/>
                <a:gd name="connsiteY1" fmla="*/ 0 h 11937"/>
                <a:gd name="connsiteX2" fmla="*/ 44950 w 44950"/>
                <a:gd name="connsiteY2" fmla="*/ 11938 h 11937"/>
                <a:gd name="connsiteX3" fmla="*/ 0 w 44950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50" h="11937">
                  <a:moveTo>
                    <a:pt x="0" y="0"/>
                  </a:moveTo>
                  <a:lnTo>
                    <a:pt x="44950" y="0"/>
                  </a:lnTo>
                  <a:lnTo>
                    <a:pt x="44950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3" name="자유형: 도형 39">
              <a:extLst>
                <a:ext uri="{FF2B5EF4-FFF2-40B4-BE49-F238E27FC236}">
                  <a16:creationId xmlns:a16="http://schemas.microsoft.com/office/drawing/2014/main" id="{0D90CC54-6ECA-4D8E-93AA-CE3B116FCC09}"/>
                </a:ext>
              </a:extLst>
            </p:cNvPr>
            <p:cNvSpPr/>
            <p:nvPr/>
          </p:nvSpPr>
          <p:spPr>
            <a:xfrm>
              <a:off x="3259525" y="2379078"/>
              <a:ext cx="89897" cy="11937"/>
            </a:xfrm>
            <a:custGeom>
              <a:avLst/>
              <a:gdLst>
                <a:gd name="connsiteX0" fmla="*/ 0 w 89897"/>
                <a:gd name="connsiteY0" fmla="*/ 0 h 11937"/>
                <a:gd name="connsiteX1" fmla="*/ 89898 w 89897"/>
                <a:gd name="connsiteY1" fmla="*/ 0 h 11937"/>
                <a:gd name="connsiteX2" fmla="*/ 89898 w 89897"/>
                <a:gd name="connsiteY2" fmla="*/ 11938 h 11937"/>
                <a:gd name="connsiteX3" fmla="*/ 0 w 89897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97" h="11937">
                  <a:moveTo>
                    <a:pt x="0" y="0"/>
                  </a:moveTo>
                  <a:lnTo>
                    <a:pt x="89898" y="0"/>
                  </a:lnTo>
                  <a:lnTo>
                    <a:pt x="89898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4" name="자유형: 도형 40">
              <a:extLst>
                <a:ext uri="{FF2B5EF4-FFF2-40B4-BE49-F238E27FC236}">
                  <a16:creationId xmlns:a16="http://schemas.microsoft.com/office/drawing/2014/main" id="{BD08CFFE-BBAF-448B-B2D2-CEF50EC76946}"/>
                </a:ext>
              </a:extLst>
            </p:cNvPr>
            <p:cNvSpPr/>
            <p:nvPr/>
          </p:nvSpPr>
          <p:spPr>
            <a:xfrm>
              <a:off x="3363804" y="2379078"/>
              <a:ext cx="60226" cy="11937"/>
            </a:xfrm>
            <a:custGeom>
              <a:avLst/>
              <a:gdLst>
                <a:gd name="connsiteX0" fmla="*/ 0 w 60226"/>
                <a:gd name="connsiteY0" fmla="*/ 0 h 11937"/>
                <a:gd name="connsiteX1" fmla="*/ 60226 w 60226"/>
                <a:gd name="connsiteY1" fmla="*/ 0 h 11937"/>
                <a:gd name="connsiteX2" fmla="*/ 60226 w 60226"/>
                <a:gd name="connsiteY2" fmla="*/ 11938 h 11937"/>
                <a:gd name="connsiteX3" fmla="*/ 0 w 60226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26" h="11937">
                  <a:moveTo>
                    <a:pt x="0" y="0"/>
                  </a:moveTo>
                  <a:lnTo>
                    <a:pt x="60226" y="0"/>
                  </a:lnTo>
                  <a:lnTo>
                    <a:pt x="60226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5" name="자유형: 도형 41">
              <a:extLst>
                <a:ext uri="{FF2B5EF4-FFF2-40B4-BE49-F238E27FC236}">
                  <a16:creationId xmlns:a16="http://schemas.microsoft.com/office/drawing/2014/main" id="{8D1B56A1-CBCB-446A-84E7-B4C80085C9C9}"/>
                </a:ext>
              </a:extLst>
            </p:cNvPr>
            <p:cNvSpPr/>
            <p:nvPr/>
          </p:nvSpPr>
          <p:spPr>
            <a:xfrm>
              <a:off x="3293685" y="2487294"/>
              <a:ext cx="82703" cy="11937"/>
            </a:xfrm>
            <a:custGeom>
              <a:avLst/>
              <a:gdLst>
                <a:gd name="connsiteX0" fmla="*/ 0 w 82703"/>
                <a:gd name="connsiteY0" fmla="*/ 0 h 11937"/>
                <a:gd name="connsiteX1" fmla="*/ 82703 w 82703"/>
                <a:gd name="connsiteY1" fmla="*/ 0 h 11937"/>
                <a:gd name="connsiteX2" fmla="*/ 82703 w 82703"/>
                <a:gd name="connsiteY2" fmla="*/ 11938 h 11937"/>
                <a:gd name="connsiteX3" fmla="*/ 0 w 82703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03" h="11937">
                  <a:moveTo>
                    <a:pt x="0" y="0"/>
                  </a:moveTo>
                  <a:lnTo>
                    <a:pt x="82703" y="0"/>
                  </a:lnTo>
                  <a:lnTo>
                    <a:pt x="82703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6" name="자유형: 도형 42">
              <a:extLst>
                <a:ext uri="{FF2B5EF4-FFF2-40B4-BE49-F238E27FC236}">
                  <a16:creationId xmlns:a16="http://schemas.microsoft.com/office/drawing/2014/main" id="{1C614EDA-A61A-4B2E-87C1-E69DA8EB4085}"/>
                </a:ext>
              </a:extLst>
            </p:cNvPr>
            <p:cNvSpPr/>
            <p:nvPr/>
          </p:nvSpPr>
          <p:spPr>
            <a:xfrm>
              <a:off x="3394362" y="2487294"/>
              <a:ext cx="105182" cy="11937"/>
            </a:xfrm>
            <a:custGeom>
              <a:avLst/>
              <a:gdLst>
                <a:gd name="connsiteX0" fmla="*/ 0 w 105182"/>
                <a:gd name="connsiteY0" fmla="*/ 0 h 11937"/>
                <a:gd name="connsiteX1" fmla="*/ 105183 w 105182"/>
                <a:gd name="connsiteY1" fmla="*/ 0 h 11937"/>
                <a:gd name="connsiteX2" fmla="*/ 105183 w 105182"/>
                <a:gd name="connsiteY2" fmla="*/ 11938 h 11937"/>
                <a:gd name="connsiteX3" fmla="*/ 0 w 105182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82" h="11937">
                  <a:moveTo>
                    <a:pt x="0" y="0"/>
                  </a:moveTo>
                  <a:lnTo>
                    <a:pt x="105183" y="0"/>
                  </a:lnTo>
                  <a:lnTo>
                    <a:pt x="105183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47" name="자유형: 도형 43">
              <a:extLst>
                <a:ext uri="{FF2B5EF4-FFF2-40B4-BE49-F238E27FC236}">
                  <a16:creationId xmlns:a16="http://schemas.microsoft.com/office/drawing/2014/main" id="{8A3993B5-77DB-45AC-A804-B23FC3F9E6B3}"/>
                </a:ext>
              </a:extLst>
            </p:cNvPr>
            <p:cNvSpPr/>
            <p:nvPr/>
          </p:nvSpPr>
          <p:spPr>
            <a:xfrm>
              <a:off x="3515129" y="2487294"/>
              <a:ext cx="24869" cy="11937"/>
            </a:xfrm>
            <a:custGeom>
              <a:avLst/>
              <a:gdLst>
                <a:gd name="connsiteX0" fmla="*/ 0 w 24869"/>
                <a:gd name="connsiteY0" fmla="*/ 0 h 11937"/>
                <a:gd name="connsiteX1" fmla="*/ 24869 w 24869"/>
                <a:gd name="connsiteY1" fmla="*/ 0 h 11937"/>
                <a:gd name="connsiteX2" fmla="*/ 24869 w 24869"/>
                <a:gd name="connsiteY2" fmla="*/ 11938 h 11937"/>
                <a:gd name="connsiteX3" fmla="*/ 0 w 24869"/>
                <a:gd name="connsiteY3" fmla="*/ 11938 h 1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69" h="11937">
                  <a:moveTo>
                    <a:pt x="0" y="0"/>
                  </a:moveTo>
                  <a:lnTo>
                    <a:pt x="24869" y="0"/>
                  </a:lnTo>
                  <a:lnTo>
                    <a:pt x="24869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48" name="눈물 방울 47">
            <a:extLst>
              <a:ext uri="{FF2B5EF4-FFF2-40B4-BE49-F238E27FC236}">
                <a16:creationId xmlns:a16="http://schemas.microsoft.com/office/drawing/2014/main" id="{9C43C1F2-6DDD-44BF-9CD8-A71BA2C79A7A}"/>
              </a:ext>
            </a:extLst>
          </p:cNvPr>
          <p:cNvSpPr/>
          <p:nvPr/>
        </p:nvSpPr>
        <p:spPr>
          <a:xfrm rot="8100000">
            <a:off x="7185260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899D686-FAA0-4105-AE14-1C2EE3D54DB1}"/>
              </a:ext>
            </a:extLst>
          </p:cNvPr>
          <p:cNvSpPr/>
          <p:nvPr/>
        </p:nvSpPr>
        <p:spPr>
          <a:xfrm>
            <a:off x="7275798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50" name="그래픽 82">
            <a:extLst>
              <a:ext uri="{FF2B5EF4-FFF2-40B4-BE49-F238E27FC236}">
                <a16:creationId xmlns:a16="http://schemas.microsoft.com/office/drawing/2014/main" id="{D9E4B391-29A5-4BCD-9462-7D526372D0DE}"/>
              </a:ext>
            </a:extLst>
          </p:cNvPr>
          <p:cNvGrpSpPr/>
          <p:nvPr/>
        </p:nvGrpSpPr>
        <p:grpSpPr>
          <a:xfrm>
            <a:off x="7422460" y="2221705"/>
            <a:ext cx="375849" cy="379454"/>
            <a:chOff x="7422460" y="2221705"/>
            <a:chExt cx="375849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" name="자유형: 도형 45">
              <a:extLst>
                <a:ext uri="{FF2B5EF4-FFF2-40B4-BE49-F238E27FC236}">
                  <a16:creationId xmlns:a16="http://schemas.microsoft.com/office/drawing/2014/main" id="{A3B13EA6-3E5E-4922-903F-48CF6ACDDBCD}"/>
                </a:ext>
              </a:extLst>
            </p:cNvPr>
            <p:cNvSpPr/>
            <p:nvPr/>
          </p:nvSpPr>
          <p:spPr>
            <a:xfrm>
              <a:off x="7424506" y="2416259"/>
              <a:ext cx="185063" cy="184900"/>
            </a:xfrm>
            <a:custGeom>
              <a:avLst/>
              <a:gdLst>
                <a:gd name="connsiteX0" fmla="*/ 63979 w 185063"/>
                <a:gd name="connsiteY0" fmla="*/ 184901 h 184900"/>
                <a:gd name="connsiteX1" fmla="*/ 41932 w 185063"/>
                <a:gd name="connsiteY1" fmla="*/ 180931 h 184900"/>
                <a:gd name="connsiteX2" fmla="*/ 33282 w 185063"/>
                <a:gd name="connsiteY2" fmla="*/ 177712 h 184900"/>
                <a:gd name="connsiteX3" fmla="*/ 72377 w 185063"/>
                <a:gd name="connsiteY3" fmla="*/ 138015 h 184900"/>
                <a:gd name="connsiteX4" fmla="*/ 66831 w 185063"/>
                <a:gd name="connsiteY4" fmla="*/ 116996 h 184900"/>
                <a:gd name="connsiteX5" fmla="*/ 46317 w 185063"/>
                <a:gd name="connsiteY5" fmla="*/ 111408 h 184900"/>
                <a:gd name="connsiteX6" fmla="*/ 7105 w 185063"/>
                <a:gd name="connsiteY6" fmla="*/ 151239 h 184900"/>
                <a:gd name="connsiteX7" fmla="*/ 3886 w 185063"/>
                <a:gd name="connsiteY7" fmla="*/ 142310 h 184900"/>
                <a:gd name="connsiteX8" fmla="*/ 18670 w 185063"/>
                <a:gd name="connsiteY8" fmla="*/ 74047 h 184900"/>
                <a:gd name="connsiteX9" fmla="*/ 79056 w 185063"/>
                <a:gd name="connsiteY9" fmla="*/ 56802 h 184900"/>
                <a:gd name="connsiteX10" fmla="*/ 134978 w 185063"/>
                <a:gd name="connsiteY10" fmla="*/ 0 h 184900"/>
                <a:gd name="connsiteX11" fmla="*/ 143498 w 185063"/>
                <a:gd name="connsiteY11" fmla="*/ 8387 h 184900"/>
                <a:gd name="connsiteX12" fmla="*/ 82566 w 185063"/>
                <a:gd name="connsiteY12" fmla="*/ 70267 h 184900"/>
                <a:gd name="connsiteX13" fmla="*/ 79101 w 185063"/>
                <a:gd name="connsiteY13" fmla="*/ 69206 h 184900"/>
                <a:gd name="connsiteX14" fmla="*/ 27184 w 185063"/>
                <a:gd name="connsiteY14" fmla="*/ 82430 h 184900"/>
                <a:gd name="connsiteX15" fmla="*/ 12631 w 185063"/>
                <a:gd name="connsiteY15" fmla="*/ 128587 h 184900"/>
                <a:gd name="connsiteX16" fmla="*/ 42706 w 185063"/>
                <a:gd name="connsiteY16" fmla="*/ 98041 h 184900"/>
                <a:gd name="connsiteX17" fmla="*/ 76629 w 185063"/>
                <a:gd name="connsiteY17" fmla="*/ 107279 h 184900"/>
                <a:gd name="connsiteX18" fmla="*/ 85673 w 185063"/>
                <a:gd name="connsiteY18" fmla="*/ 141554 h 184900"/>
                <a:gd name="connsiteX19" fmla="*/ 55456 w 185063"/>
                <a:gd name="connsiteY19" fmla="*/ 172237 h 184900"/>
                <a:gd name="connsiteX20" fmla="*/ 100842 w 185063"/>
                <a:gd name="connsiteY20" fmla="*/ 157515 h 184900"/>
                <a:gd name="connsiteX21" fmla="*/ 113904 w 185063"/>
                <a:gd name="connsiteY21" fmla="*/ 104578 h 184900"/>
                <a:gd name="connsiteX22" fmla="*/ 112899 w 185063"/>
                <a:gd name="connsiteY22" fmla="*/ 101193 h 184900"/>
                <a:gd name="connsiteX23" fmla="*/ 176544 w 185063"/>
                <a:gd name="connsiteY23" fmla="*/ 36555 h 184900"/>
                <a:gd name="connsiteX24" fmla="*/ 185063 w 185063"/>
                <a:gd name="connsiteY24" fmla="*/ 44942 h 184900"/>
                <a:gd name="connsiteX25" fmla="*/ 126293 w 185063"/>
                <a:gd name="connsiteY25" fmla="*/ 104634 h 184900"/>
                <a:gd name="connsiteX26" fmla="*/ 109365 w 185063"/>
                <a:gd name="connsiteY26" fmla="*/ 165898 h 184900"/>
                <a:gd name="connsiteX27" fmla="*/ 63979 w 185063"/>
                <a:gd name="connsiteY27" fmla="*/ 184901 h 1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5063" h="184900">
                  <a:moveTo>
                    <a:pt x="63979" y="184901"/>
                  </a:moveTo>
                  <a:cubicBezTo>
                    <a:pt x="56571" y="184901"/>
                    <a:pt x="49109" y="183602"/>
                    <a:pt x="41932" y="180931"/>
                  </a:cubicBezTo>
                  <a:lnTo>
                    <a:pt x="33282" y="177712"/>
                  </a:lnTo>
                  <a:lnTo>
                    <a:pt x="72377" y="138015"/>
                  </a:lnTo>
                  <a:lnTo>
                    <a:pt x="66831" y="116996"/>
                  </a:lnTo>
                  <a:lnTo>
                    <a:pt x="46317" y="111408"/>
                  </a:lnTo>
                  <a:lnTo>
                    <a:pt x="7105" y="151239"/>
                  </a:lnTo>
                  <a:lnTo>
                    <a:pt x="3886" y="142310"/>
                  </a:lnTo>
                  <a:cubicBezTo>
                    <a:pt x="-4655" y="118627"/>
                    <a:pt x="1150" y="91834"/>
                    <a:pt x="18670" y="74047"/>
                  </a:cubicBezTo>
                  <a:cubicBezTo>
                    <a:pt x="34527" y="57935"/>
                    <a:pt x="57371" y="51499"/>
                    <a:pt x="79056" y="56802"/>
                  </a:cubicBezTo>
                  <a:lnTo>
                    <a:pt x="134978" y="0"/>
                  </a:lnTo>
                  <a:lnTo>
                    <a:pt x="143498" y="8387"/>
                  </a:lnTo>
                  <a:lnTo>
                    <a:pt x="82566" y="70267"/>
                  </a:lnTo>
                  <a:lnTo>
                    <a:pt x="79101" y="69206"/>
                  </a:lnTo>
                  <a:cubicBezTo>
                    <a:pt x="60659" y="63559"/>
                    <a:pt x="40773" y="68622"/>
                    <a:pt x="27184" y="82430"/>
                  </a:cubicBezTo>
                  <a:cubicBezTo>
                    <a:pt x="15210" y="94588"/>
                    <a:pt x="9942" y="111906"/>
                    <a:pt x="12631" y="128587"/>
                  </a:cubicBezTo>
                  <a:lnTo>
                    <a:pt x="42706" y="98041"/>
                  </a:lnTo>
                  <a:lnTo>
                    <a:pt x="76629" y="107279"/>
                  </a:lnTo>
                  <a:lnTo>
                    <a:pt x="85673" y="141554"/>
                  </a:lnTo>
                  <a:lnTo>
                    <a:pt x="55456" y="172237"/>
                  </a:lnTo>
                  <a:cubicBezTo>
                    <a:pt x="71838" y="175002"/>
                    <a:pt x="88884" y="169666"/>
                    <a:pt x="100842" y="157515"/>
                  </a:cubicBezTo>
                  <a:cubicBezTo>
                    <a:pt x="114479" y="143659"/>
                    <a:pt x="119483" y="123370"/>
                    <a:pt x="113904" y="104578"/>
                  </a:cubicBezTo>
                  <a:lnTo>
                    <a:pt x="112899" y="101193"/>
                  </a:lnTo>
                  <a:lnTo>
                    <a:pt x="176544" y="36555"/>
                  </a:lnTo>
                  <a:lnTo>
                    <a:pt x="185063" y="44942"/>
                  </a:lnTo>
                  <a:lnTo>
                    <a:pt x="126293" y="104634"/>
                  </a:lnTo>
                  <a:cubicBezTo>
                    <a:pt x="131543" y="126601"/>
                    <a:pt x="125216" y="149787"/>
                    <a:pt x="109365" y="165898"/>
                  </a:cubicBezTo>
                  <a:cubicBezTo>
                    <a:pt x="97187" y="178269"/>
                    <a:pt x="80725" y="184901"/>
                    <a:pt x="63979" y="18490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" name="자유형: 도형 46">
              <a:extLst>
                <a:ext uri="{FF2B5EF4-FFF2-40B4-BE49-F238E27FC236}">
                  <a16:creationId xmlns:a16="http://schemas.microsoft.com/office/drawing/2014/main" id="{E81A0B2D-D3C6-4A4A-8036-0BF0BF6EA226}"/>
                </a:ext>
              </a:extLst>
            </p:cNvPr>
            <p:cNvSpPr/>
            <p:nvPr/>
          </p:nvSpPr>
          <p:spPr>
            <a:xfrm>
              <a:off x="7608784" y="2221705"/>
              <a:ext cx="189526" cy="198381"/>
            </a:xfrm>
            <a:custGeom>
              <a:avLst/>
              <a:gdLst>
                <a:gd name="connsiteX0" fmla="*/ 41277 w 189526"/>
                <a:gd name="connsiteY0" fmla="*/ 198381 h 198381"/>
                <a:gd name="connsiteX1" fmla="*/ 32755 w 189526"/>
                <a:gd name="connsiteY1" fmla="*/ 189995 h 198381"/>
                <a:gd name="connsiteX2" fmla="*/ 106962 w 189526"/>
                <a:gd name="connsiteY2" fmla="*/ 114623 h 198381"/>
                <a:gd name="connsiteX3" fmla="*/ 110427 w 189526"/>
                <a:gd name="connsiteY3" fmla="*/ 115684 h 198381"/>
                <a:gd name="connsiteX4" fmla="*/ 162344 w 189526"/>
                <a:gd name="connsiteY4" fmla="*/ 102462 h 198381"/>
                <a:gd name="connsiteX5" fmla="*/ 176903 w 189526"/>
                <a:gd name="connsiteY5" fmla="*/ 56305 h 198381"/>
                <a:gd name="connsiteX6" fmla="*/ 146825 w 189526"/>
                <a:gd name="connsiteY6" fmla="*/ 86851 h 198381"/>
                <a:gd name="connsiteX7" fmla="*/ 112902 w 189526"/>
                <a:gd name="connsiteY7" fmla="*/ 77617 h 198381"/>
                <a:gd name="connsiteX8" fmla="*/ 103867 w 189526"/>
                <a:gd name="connsiteY8" fmla="*/ 43350 h 198381"/>
                <a:gd name="connsiteX9" fmla="*/ 134081 w 189526"/>
                <a:gd name="connsiteY9" fmla="*/ 12662 h 198381"/>
                <a:gd name="connsiteX10" fmla="*/ 88674 w 189526"/>
                <a:gd name="connsiteY10" fmla="*/ 27384 h 198381"/>
                <a:gd name="connsiteX11" fmla="*/ 75633 w 189526"/>
                <a:gd name="connsiteY11" fmla="*/ 80321 h 198381"/>
                <a:gd name="connsiteX12" fmla="*/ 76641 w 189526"/>
                <a:gd name="connsiteY12" fmla="*/ 83703 h 198381"/>
                <a:gd name="connsiteX13" fmla="*/ 8517 w 189526"/>
                <a:gd name="connsiteY13" fmla="*/ 152870 h 198381"/>
                <a:gd name="connsiteX14" fmla="*/ 0 w 189526"/>
                <a:gd name="connsiteY14" fmla="*/ 144484 h 198381"/>
                <a:gd name="connsiteX15" fmla="*/ 63241 w 189526"/>
                <a:gd name="connsiteY15" fmla="*/ 80264 h 198381"/>
                <a:gd name="connsiteX16" fmla="*/ 80154 w 189526"/>
                <a:gd name="connsiteY16" fmla="*/ 18997 h 198381"/>
                <a:gd name="connsiteX17" fmla="*/ 147596 w 189526"/>
                <a:gd name="connsiteY17" fmla="*/ 3964 h 198381"/>
                <a:gd name="connsiteX18" fmla="*/ 156246 w 189526"/>
                <a:gd name="connsiteY18" fmla="*/ 7184 h 198381"/>
                <a:gd name="connsiteX19" fmla="*/ 117153 w 189526"/>
                <a:gd name="connsiteY19" fmla="*/ 46887 h 198381"/>
                <a:gd name="connsiteX20" fmla="*/ 122694 w 189526"/>
                <a:gd name="connsiteY20" fmla="*/ 67896 h 198381"/>
                <a:gd name="connsiteX21" fmla="*/ 143211 w 189526"/>
                <a:gd name="connsiteY21" fmla="*/ 73481 h 198381"/>
                <a:gd name="connsiteX22" fmla="*/ 182428 w 189526"/>
                <a:gd name="connsiteY22" fmla="*/ 33651 h 198381"/>
                <a:gd name="connsiteX23" fmla="*/ 185648 w 189526"/>
                <a:gd name="connsiteY23" fmla="*/ 42586 h 198381"/>
                <a:gd name="connsiteX24" fmla="*/ 170855 w 189526"/>
                <a:gd name="connsiteY24" fmla="*/ 110849 h 198381"/>
                <a:gd name="connsiteX25" fmla="*/ 110469 w 189526"/>
                <a:gd name="connsiteY25" fmla="*/ 128087 h 198381"/>
                <a:gd name="connsiteX26" fmla="*/ 41277 w 189526"/>
                <a:gd name="connsiteY26" fmla="*/ 198381 h 19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9526" h="198381">
                  <a:moveTo>
                    <a:pt x="41277" y="198381"/>
                  </a:moveTo>
                  <a:lnTo>
                    <a:pt x="32755" y="189995"/>
                  </a:lnTo>
                  <a:lnTo>
                    <a:pt x="106962" y="114623"/>
                  </a:lnTo>
                  <a:lnTo>
                    <a:pt x="110427" y="115684"/>
                  </a:lnTo>
                  <a:cubicBezTo>
                    <a:pt x="128857" y="121325"/>
                    <a:pt x="148749" y="116265"/>
                    <a:pt x="162344" y="102462"/>
                  </a:cubicBezTo>
                  <a:cubicBezTo>
                    <a:pt x="174312" y="90305"/>
                    <a:pt x="179583" y="72986"/>
                    <a:pt x="176903" y="56305"/>
                  </a:cubicBezTo>
                  <a:lnTo>
                    <a:pt x="146825" y="86851"/>
                  </a:lnTo>
                  <a:lnTo>
                    <a:pt x="112902" y="77617"/>
                  </a:lnTo>
                  <a:lnTo>
                    <a:pt x="103867" y="43350"/>
                  </a:lnTo>
                  <a:lnTo>
                    <a:pt x="134081" y="12662"/>
                  </a:lnTo>
                  <a:cubicBezTo>
                    <a:pt x="117684" y="9887"/>
                    <a:pt x="100638" y="15235"/>
                    <a:pt x="88674" y="27384"/>
                  </a:cubicBezTo>
                  <a:cubicBezTo>
                    <a:pt x="75040" y="41231"/>
                    <a:pt x="70042" y="61517"/>
                    <a:pt x="75633" y="80321"/>
                  </a:cubicBezTo>
                  <a:lnTo>
                    <a:pt x="76641" y="83703"/>
                  </a:lnTo>
                  <a:lnTo>
                    <a:pt x="8517" y="152870"/>
                  </a:lnTo>
                  <a:lnTo>
                    <a:pt x="0" y="144484"/>
                  </a:lnTo>
                  <a:lnTo>
                    <a:pt x="63241" y="80264"/>
                  </a:lnTo>
                  <a:cubicBezTo>
                    <a:pt x="57979" y="58288"/>
                    <a:pt x="64300" y="35100"/>
                    <a:pt x="80154" y="18997"/>
                  </a:cubicBezTo>
                  <a:cubicBezTo>
                    <a:pt x="97724" y="1160"/>
                    <a:pt x="124194" y="-4739"/>
                    <a:pt x="147596" y="3964"/>
                  </a:cubicBezTo>
                  <a:lnTo>
                    <a:pt x="156246" y="7184"/>
                  </a:lnTo>
                  <a:lnTo>
                    <a:pt x="117153" y="46887"/>
                  </a:lnTo>
                  <a:lnTo>
                    <a:pt x="122694" y="67896"/>
                  </a:lnTo>
                  <a:lnTo>
                    <a:pt x="143211" y="73481"/>
                  </a:lnTo>
                  <a:lnTo>
                    <a:pt x="182428" y="33651"/>
                  </a:lnTo>
                  <a:lnTo>
                    <a:pt x="185648" y="42586"/>
                  </a:lnTo>
                  <a:cubicBezTo>
                    <a:pt x="194177" y="66263"/>
                    <a:pt x="188372" y="93056"/>
                    <a:pt x="170855" y="110849"/>
                  </a:cubicBezTo>
                  <a:cubicBezTo>
                    <a:pt x="154989" y="126958"/>
                    <a:pt x="132142" y="133397"/>
                    <a:pt x="110469" y="128087"/>
                  </a:cubicBezTo>
                  <a:lnTo>
                    <a:pt x="41277" y="198381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53" name="그래픽 82">
              <a:extLst>
                <a:ext uri="{FF2B5EF4-FFF2-40B4-BE49-F238E27FC236}">
                  <a16:creationId xmlns:a16="http://schemas.microsoft.com/office/drawing/2014/main" id="{FB2C9EA5-B00E-41D8-BD66-73F4A2B689C6}"/>
                </a:ext>
              </a:extLst>
            </p:cNvPr>
            <p:cNvGrpSpPr/>
            <p:nvPr/>
          </p:nvGrpSpPr>
          <p:grpSpPr>
            <a:xfrm>
              <a:off x="7422460" y="2228272"/>
              <a:ext cx="363181" cy="368725"/>
              <a:chOff x="7422460" y="2228272"/>
              <a:chExt cx="363181" cy="3687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54" name="자유형: 도형 48">
                <a:extLst>
                  <a:ext uri="{FF2B5EF4-FFF2-40B4-BE49-F238E27FC236}">
                    <a16:creationId xmlns:a16="http://schemas.microsoft.com/office/drawing/2014/main" id="{0C7B3C0E-748A-4C62-8D50-9E08CB7E4283}"/>
                  </a:ext>
                </a:extLst>
              </p:cNvPr>
              <p:cNvSpPr/>
              <p:nvPr/>
            </p:nvSpPr>
            <p:spPr>
              <a:xfrm>
                <a:off x="7580227" y="2388464"/>
                <a:ext cx="205414" cy="208533"/>
              </a:xfrm>
              <a:custGeom>
                <a:avLst/>
                <a:gdLst>
                  <a:gd name="connsiteX0" fmla="*/ 145441 w 205414"/>
                  <a:gd name="connsiteY0" fmla="*/ 208534 h 208533"/>
                  <a:gd name="connsiteX1" fmla="*/ 145441 w 205414"/>
                  <a:gd name="connsiteY1" fmla="*/ 208534 h 208533"/>
                  <a:gd name="connsiteX2" fmla="*/ 135649 w 205414"/>
                  <a:gd name="connsiteY2" fmla="*/ 204431 h 208533"/>
                  <a:gd name="connsiteX3" fmla="*/ 20203 w 205414"/>
                  <a:gd name="connsiteY3" fmla="*/ 87191 h 208533"/>
                  <a:gd name="connsiteX4" fmla="*/ 20203 w 205414"/>
                  <a:gd name="connsiteY4" fmla="*/ 67546 h 208533"/>
                  <a:gd name="connsiteX5" fmla="*/ 20236 w 205414"/>
                  <a:gd name="connsiteY5" fmla="*/ 67513 h 208533"/>
                  <a:gd name="connsiteX6" fmla="*/ 0 w 205414"/>
                  <a:gd name="connsiteY6" fmla="*/ 46969 h 208533"/>
                  <a:gd name="connsiteX7" fmla="*/ 46249 w 205414"/>
                  <a:gd name="connsiteY7" fmla="*/ 0 h 208533"/>
                  <a:gd name="connsiteX8" fmla="*/ 66482 w 205414"/>
                  <a:gd name="connsiteY8" fmla="*/ 20553 h 208533"/>
                  <a:gd name="connsiteX9" fmla="*/ 76178 w 205414"/>
                  <a:gd name="connsiteY9" fmla="*/ 16542 h 208533"/>
                  <a:gd name="connsiteX10" fmla="*/ 85979 w 205414"/>
                  <a:gd name="connsiteY10" fmla="*/ 20648 h 208533"/>
                  <a:gd name="connsiteX11" fmla="*/ 201419 w 205414"/>
                  <a:gd name="connsiteY11" fmla="*/ 137890 h 208533"/>
                  <a:gd name="connsiteX12" fmla="*/ 201428 w 205414"/>
                  <a:gd name="connsiteY12" fmla="*/ 157527 h 208533"/>
                  <a:gd name="connsiteX13" fmla="*/ 155247 w 205414"/>
                  <a:gd name="connsiteY13" fmla="*/ 204425 h 208533"/>
                  <a:gd name="connsiteX14" fmla="*/ 145441 w 205414"/>
                  <a:gd name="connsiteY14" fmla="*/ 208534 h 208533"/>
                  <a:gd name="connsiteX15" fmla="*/ 16773 w 205414"/>
                  <a:gd name="connsiteY15" fmla="*/ 46972 h 208533"/>
                  <a:gd name="connsiteX16" fmla="*/ 30081 w 205414"/>
                  <a:gd name="connsiteY16" fmla="*/ 60484 h 208533"/>
                  <a:gd name="connsiteX17" fmla="*/ 31376 w 205414"/>
                  <a:gd name="connsiteY17" fmla="*/ 61374 h 208533"/>
                  <a:gd name="connsiteX18" fmla="*/ 39789 w 205414"/>
                  <a:gd name="connsiteY18" fmla="*/ 64682 h 208533"/>
                  <a:gd name="connsiteX19" fmla="*/ 28717 w 205414"/>
                  <a:gd name="connsiteY19" fmla="*/ 75935 h 208533"/>
                  <a:gd name="connsiteX20" fmla="*/ 28717 w 205414"/>
                  <a:gd name="connsiteY20" fmla="*/ 78808 h 208533"/>
                  <a:gd name="connsiteX21" fmla="*/ 144157 w 205414"/>
                  <a:gd name="connsiteY21" fmla="*/ 196044 h 208533"/>
                  <a:gd name="connsiteX22" fmla="*/ 145438 w 205414"/>
                  <a:gd name="connsiteY22" fmla="*/ 196584 h 208533"/>
                  <a:gd name="connsiteX23" fmla="*/ 146736 w 205414"/>
                  <a:gd name="connsiteY23" fmla="*/ 196032 h 208533"/>
                  <a:gd name="connsiteX24" fmla="*/ 192902 w 205414"/>
                  <a:gd name="connsiteY24" fmla="*/ 149155 h 208533"/>
                  <a:gd name="connsiteX25" fmla="*/ 192899 w 205414"/>
                  <a:gd name="connsiteY25" fmla="*/ 146280 h 208533"/>
                  <a:gd name="connsiteX26" fmla="*/ 77468 w 205414"/>
                  <a:gd name="connsiteY26" fmla="*/ 29043 h 208533"/>
                  <a:gd name="connsiteX27" fmla="*/ 76175 w 205414"/>
                  <a:gd name="connsiteY27" fmla="*/ 28495 h 208533"/>
                  <a:gd name="connsiteX28" fmla="*/ 74889 w 205414"/>
                  <a:gd name="connsiteY28" fmla="*/ 29046 h 208533"/>
                  <a:gd name="connsiteX29" fmla="*/ 63710 w 205414"/>
                  <a:gd name="connsiteY29" fmla="*/ 40418 h 208533"/>
                  <a:gd name="connsiteX30" fmla="*/ 60345 w 205414"/>
                  <a:gd name="connsiteY30" fmla="*/ 31833 h 208533"/>
                  <a:gd name="connsiteX31" fmla="*/ 59441 w 205414"/>
                  <a:gd name="connsiteY31" fmla="*/ 30445 h 208533"/>
                  <a:gd name="connsiteX32" fmla="*/ 46246 w 205414"/>
                  <a:gd name="connsiteY32" fmla="*/ 17040 h 208533"/>
                  <a:gd name="connsiteX33" fmla="*/ 16773 w 205414"/>
                  <a:gd name="connsiteY33" fmla="*/ 46972 h 208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5414" h="208533">
                    <a:moveTo>
                      <a:pt x="145441" y="208534"/>
                    </a:moveTo>
                    <a:lnTo>
                      <a:pt x="145441" y="208534"/>
                    </a:lnTo>
                    <a:cubicBezTo>
                      <a:pt x="141735" y="208534"/>
                      <a:pt x="138255" y="207075"/>
                      <a:pt x="135649" y="204431"/>
                    </a:cubicBezTo>
                    <a:lnTo>
                      <a:pt x="20203" y="87191"/>
                    </a:lnTo>
                    <a:cubicBezTo>
                      <a:pt x="14873" y="81775"/>
                      <a:pt x="14873" y="72962"/>
                      <a:pt x="20203" y="67546"/>
                    </a:cubicBezTo>
                    <a:lnTo>
                      <a:pt x="20236" y="67513"/>
                    </a:lnTo>
                    <a:lnTo>
                      <a:pt x="0" y="46969"/>
                    </a:lnTo>
                    <a:lnTo>
                      <a:pt x="46249" y="0"/>
                    </a:lnTo>
                    <a:lnTo>
                      <a:pt x="66482" y="20553"/>
                    </a:lnTo>
                    <a:cubicBezTo>
                      <a:pt x="69090" y="17962"/>
                      <a:pt x="72523" y="16542"/>
                      <a:pt x="76178" y="16542"/>
                    </a:cubicBezTo>
                    <a:cubicBezTo>
                      <a:pt x="79881" y="16542"/>
                      <a:pt x="83364" y="18000"/>
                      <a:pt x="85979" y="20648"/>
                    </a:cubicBezTo>
                    <a:lnTo>
                      <a:pt x="201419" y="137890"/>
                    </a:lnTo>
                    <a:cubicBezTo>
                      <a:pt x="206743" y="143300"/>
                      <a:pt x="206746" y="152108"/>
                      <a:pt x="201428" y="157527"/>
                    </a:cubicBezTo>
                    <a:lnTo>
                      <a:pt x="155247" y="204425"/>
                    </a:lnTo>
                    <a:cubicBezTo>
                      <a:pt x="152621" y="207075"/>
                      <a:pt x="149143" y="208534"/>
                      <a:pt x="145441" y="208534"/>
                    </a:cubicBezTo>
                    <a:close/>
                    <a:moveTo>
                      <a:pt x="16773" y="46972"/>
                    </a:moveTo>
                    <a:lnTo>
                      <a:pt x="30081" y="60484"/>
                    </a:lnTo>
                    <a:cubicBezTo>
                      <a:pt x="30475" y="60888"/>
                      <a:pt x="30931" y="61199"/>
                      <a:pt x="31376" y="61374"/>
                    </a:cubicBezTo>
                    <a:lnTo>
                      <a:pt x="39789" y="64682"/>
                    </a:lnTo>
                    <a:lnTo>
                      <a:pt x="28717" y="75935"/>
                    </a:lnTo>
                    <a:cubicBezTo>
                      <a:pt x="27949" y="76715"/>
                      <a:pt x="27949" y="78028"/>
                      <a:pt x="28717" y="78808"/>
                    </a:cubicBezTo>
                    <a:lnTo>
                      <a:pt x="144157" y="196044"/>
                    </a:lnTo>
                    <a:cubicBezTo>
                      <a:pt x="144596" y="196489"/>
                      <a:pt x="145097" y="196584"/>
                      <a:pt x="145438" y="196584"/>
                    </a:cubicBezTo>
                    <a:cubicBezTo>
                      <a:pt x="145781" y="196584"/>
                      <a:pt x="146285" y="196489"/>
                      <a:pt x="146736" y="196032"/>
                    </a:cubicBezTo>
                    <a:lnTo>
                      <a:pt x="192902" y="149155"/>
                    </a:lnTo>
                    <a:cubicBezTo>
                      <a:pt x="193664" y="148375"/>
                      <a:pt x="193667" y="147059"/>
                      <a:pt x="192899" y="146280"/>
                    </a:cubicBezTo>
                    <a:lnTo>
                      <a:pt x="77468" y="29043"/>
                    </a:lnTo>
                    <a:cubicBezTo>
                      <a:pt x="77020" y="28592"/>
                      <a:pt x="76519" y="28495"/>
                      <a:pt x="76175" y="28495"/>
                    </a:cubicBezTo>
                    <a:cubicBezTo>
                      <a:pt x="75837" y="28495"/>
                      <a:pt x="75336" y="28590"/>
                      <a:pt x="74889" y="29046"/>
                    </a:cubicBezTo>
                    <a:lnTo>
                      <a:pt x="63710" y="40418"/>
                    </a:lnTo>
                    <a:lnTo>
                      <a:pt x="60345" y="31833"/>
                    </a:lnTo>
                    <a:cubicBezTo>
                      <a:pt x="60140" y="31308"/>
                      <a:pt x="59835" y="30842"/>
                      <a:pt x="59441" y="30445"/>
                    </a:cubicBezTo>
                    <a:lnTo>
                      <a:pt x="46246" y="17040"/>
                    </a:lnTo>
                    <a:lnTo>
                      <a:pt x="16773" y="4697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5" name="자유형: 도형 49">
                <a:extLst>
                  <a:ext uri="{FF2B5EF4-FFF2-40B4-BE49-F238E27FC236}">
                    <a16:creationId xmlns:a16="http://schemas.microsoft.com/office/drawing/2014/main" id="{70C3FF75-6A78-4563-8B4D-8D63C909CD33}"/>
                  </a:ext>
                </a:extLst>
              </p:cNvPr>
              <p:cNvSpPr/>
              <p:nvPr/>
            </p:nvSpPr>
            <p:spPr>
              <a:xfrm rot="2726498">
                <a:off x="7441564" y="2340878"/>
                <a:ext cx="195402" cy="11952"/>
              </a:xfrm>
              <a:custGeom>
                <a:avLst/>
                <a:gdLst>
                  <a:gd name="connsiteX0" fmla="*/ 0 w 195402"/>
                  <a:gd name="connsiteY0" fmla="*/ 0 h 11952"/>
                  <a:gd name="connsiteX1" fmla="*/ 195403 w 195402"/>
                  <a:gd name="connsiteY1" fmla="*/ 0 h 11952"/>
                  <a:gd name="connsiteX2" fmla="*/ 195403 w 195402"/>
                  <a:gd name="connsiteY2" fmla="*/ 11952 h 11952"/>
                  <a:gd name="connsiteX3" fmla="*/ 0 w 195402"/>
                  <a:gd name="connsiteY3" fmla="*/ 11952 h 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402" h="11952">
                    <a:moveTo>
                      <a:pt x="0" y="0"/>
                    </a:moveTo>
                    <a:lnTo>
                      <a:pt x="195403" y="0"/>
                    </a:lnTo>
                    <a:lnTo>
                      <a:pt x="195403" y="11952"/>
                    </a:lnTo>
                    <a:lnTo>
                      <a:pt x="0" y="1195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6" name="자유형: 도형 52">
                <a:extLst>
                  <a:ext uri="{FF2B5EF4-FFF2-40B4-BE49-F238E27FC236}">
                    <a16:creationId xmlns:a16="http://schemas.microsoft.com/office/drawing/2014/main" id="{395B74E4-883E-4853-9893-18A0D8AE44C7}"/>
                  </a:ext>
                </a:extLst>
              </p:cNvPr>
              <p:cNvSpPr/>
              <p:nvPr/>
            </p:nvSpPr>
            <p:spPr>
              <a:xfrm>
                <a:off x="7422460" y="2228272"/>
                <a:ext cx="63926" cy="64803"/>
              </a:xfrm>
              <a:custGeom>
                <a:avLst/>
                <a:gdLst>
                  <a:gd name="connsiteX0" fmla="*/ 56361 w 63926"/>
                  <a:gd name="connsiteY0" fmla="*/ 64804 h 64803"/>
                  <a:gd name="connsiteX1" fmla="*/ 26360 w 63926"/>
                  <a:gd name="connsiteY1" fmla="*/ 61682 h 64803"/>
                  <a:gd name="connsiteX2" fmla="*/ 0 w 63926"/>
                  <a:gd name="connsiteY2" fmla="*/ 19702 h 64803"/>
                  <a:gd name="connsiteX3" fmla="*/ 19391 w 63926"/>
                  <a:gd name="connsiteY3" fmla="*/ 0 h 64803"/>
                  <a:gd name="connsiteX4" fmla="*/ 60873 w 63926"/>
                  <a:gd name="connsiteY4" fmla="*/ 26867 h 64803"/>
                  <a:gd name="connsiteX5" fmla="*/ 63926 w 63926"/>
                  <a:gd name="connsiteY5" fmla="*/ 57140 h 64803"/>
                  <a:gd name="connsiteX6" fmla="*/ 56361 w 63926"/>
                  <a:gd name="connsiteY6" fmla="*/ 64804 h 64803"/>
                  <a:gd name="connsiteX7" fmla="*/ 33386 w 63926"/>
                  <a:gd name="connsiteY7" fmla="*/ 50396 h 64803"/>
                  <a:gd name="connsiteX8" fmla="*/ 51419 w 63926"/>
                  <a:gd name="connsiteY8" fmla="*/ 52273 h 64803"/>
                  <a:gd name="connsiteX9" fmla="*/ 49554 w 63926"/>
                  <a:gd name="connsiteY9" fmla="*/ 33777 h 64803"/>
                  <a:gd name="connsiteX10" fmla="*/ 21072 w 63926"/>
                  <a:gd name="connsiteY10" fmla="*/ 15329 h 64803"/>
                  <a:gd name="connsiteX11" fmla="*/ 15149 w 63926"/>
                  <a:gd name="connsiteY11" fmla="*/ 21350 h 64803"/>
                  <a:gd name="connsiteX12" fmla="*/ 33386 w 63926"/>
                  <a:gd name="connsiteY12" fmla="*/ 50396 h 6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3926" h="64803">
                    <a:moveTo>
                      <a:pt x="56361" y="64804"/>
                    </a:moveTo>
                    <a:lnTo>
                      <a:pt x="26360" y="61682"/>
                    </a:lnTo>
                    <a:lnTo>
                      <a:pt x="0" y="19702"/>
                    </a:lnTo>
                    <a:lnTo>
                      <a:pt x="19391" y="0"/>
                    </a:lnTo>
                    <a:lnTo>
                      <a:pt x="60873" y="26867"/>
                    </a:lnTo>
                    <a:lnTo>
                      <a:pt x="63926" y="57140"/>
                    </a:lnTo>
                    <a:lnTo>
                      <a:pt x="56361" y="64804"/>
                    </a:lnTo>
                    <a:close/>
                    <a:moveTo>
                      <a:pt x="33386" y="50396"/>
                    </a:moveTo>
                    <a:lnTo>
                      <a:pt x="51419" y="52273"/>
                    </a:lnTo>
                    <a:lnTo>
                      <a:pt x="49554" y="33777"/>
                    </a:lnTo>
                    <a:lnTo>
                      <a:pt x="21072" y="15329"/>
                    </a:lnTo>
                    <a:lnTo>
                      <a:pt x="15149" y="21350"/>
                    </a:lnTo>
                    <a:lnTo>
                      <a:pt x="33386" y="50396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7" name="자유형: 도형 53">
                <a:extLst>
                  <a:ext uri="{FF2B5EF4-FFF2-40B4-BE49-F238E27FC236}">
                    <a16:creationId xmlns:a16="http://schemas.microsoft.com/office/drawing/2014/main" id="{E368BA03-8B61-4799-BD1F-7E9C58BAB66D}"/>
                  </a:ext>
                </a:extLst>
              </p:cNvPr>
              <p:cNvSpPr/>
              <p:nvPr/>
            </p:nvSpPr>
            <p:spPr>
              <a:xfrm>
                <a:off x="7646639" y="2455994"/>
                <a:ext cx="88815" cy="90020"/>
              </a:xfrm>
              <a:custGeom>
                <a:avLst/>
                <a:gdLst>
                  <a:gd name="connsiteX0" fmla="*/ 82838 w 88815"/>
                  <a:gd name="connsiteY0" fmla="*/ 90020 h 90020"/>
                  <a:gd name="connsiteX1" fmla="*/ 78581 w 88815"/>
                  <a:gd name="connsiteY1" fmla="*/ 88235 h 90020"/>
                  <a:gd name="connsiteX2" fmla="*/ 1718 w 88815"/>
                  <a:gd name="connsiteY2" fmla="*/ 10172 h 90020"/>
                  <a:gd name="connsiteX3" fmla="*/ 1780 w 88815"/>
                  <a:gd name="connsiteY3" fmla="*/ 1720 h 90020"/>
                  <a:gd name="connsiteX4" fmla="*/ 10232 w 88815"/>
                  <a:gd name="connsiteY4" fmla="*/ 1782 h 90020"/>
                  <a:gd name="connsiteX5" fmla="*/ 87098 w 88815"/>
                  <a:gd name="connsiteY5" fmla="*/ 79849 h 90020"/>
                  <a:gd name="connsiteX6" fmla="*/ 87036 w 88815"/>
                  <a:gd name="connsiteY6" fmla="*/ 88301 h 90020"/>
                  <a:gd name="connsiteX7" fmla="*/ 82838 w 88815"/>
                  <a:gd name="connsiteY7" fmla="*/ 90020 h 9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815" h="90020">
                    <a:moveTo>
                      <a:pt x="82838" y="90020"/>
                    </a:moveTo>
                    <a:cubicBezTo>
                      <a:pt x="81293" y="90020"/>
                      <a:pt x="79752" y="89424"/>
                      <a:pt x="78581" y="88235"/>
                    </a:cubicBezTo>
                    <a:lnTo>
                      <a:pt x="1718" y="10172"/>
                    </a:lnTo>
                    <a:cubicBezTo>
                      <a:pt x="-598" y="7818"/>
                      <a:pt x="-568" y="4035"/>
                      <a:pt x="1780" y="1720"/>
                    </a:cubicBezTo>
                    <a:cubicBezTo>
                      <a:pt x="4134" y="-595"/>
                      <a:pt x="7913" y="-572"/>
                      <a:pt x="10232" y="1782"/>
                    </a:cubicBezTo>
                    <a:lnTo>
                      <a:pt x="87098" y="79849"/>
                    </a:lnTo>
                    <a:cubicBezTo>
                      <a:pt x="89413" y="82200"/>
                      <a:pt x="89383" y="85985"/>
                      <a:pt x="87036" y="88301"/>
                    </a:cubicBezTo>
                    <a:cubicBezTo>
                      <a:pt x="85865" y="89448"/>
                      <a:pt x="84353" y="90020"/>
                      <a:pt x="82838" y="9002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8" name="자유형: 도형 54">
                <a:extLst>
                  <a:ext uri="{FF2B5EF4-FFF2-40B4-BE49-F238E27FC236}">
                    <a16:creationId xmlns:a16="http://schemas.microsoft.com/office/drawing/2014/main" id="{F70845E1-4D95-445E-B3CE-981194E9955B}"/>
                  </a:ext>
                </a:extLst>
              </p:cNvPr>
              <p:cNvSpPr/>
              <p:nvPr/>
            </p:nvSpPr>
            <p:spPr>
              <a:xfrm rot="2673261">
                <a:off x="7622404" y="2396611"/>
                <a:ext cx="11953" cy="81776"/>
              </a:xfrm>
              <a:custGeom>
                <a:avLst/>
                <a:gdLst>
                  <a:gd name="connsiteX0" fmla="*/ 0 w 11953"/>
                  <a:gd name="connsiteY0" fmla="*/ 0 h 81776"/>
                  <a:gd name="connsiteX1" fmla="*/ 11953 w 11953"/>
                  <a:gd name="connsiteY1" fmla="*/ 0 h 81776"/>
                  <a:gd name="connsiteX2" fmla="*/ 11953 w 11953"/>
                  <a:gd name="connsiteY2" fmla="*/ 81777 h 81776"/>
                  <a:gd name="connsiteX3" fmla="*/ 0 w 11953"/>
                  <a:gd name="connsiteY3" fmla="*/ 81777 h 81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3" h="81776">
                    <a:moveTo>
                      <a:pt x="0" y="0"/>
                    </a:moveTo>
                    <a:lnTo>
                      <a:pt x="11953" y="0"/>
                    </a:lnTo>
                    <a:lnTo>
                      <a:pt x="11953" y="81777"/>
                    </a:lnTo>
                    <a:lnTo>
                      <a:pt x="0" y="81777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9" name="눈물 방울 58">
            <a:extLst>
              <a:ext uri="{FF2B5EF4-FFF2-40B4-BE49-F238E27FC236}">
                <a16:creationId xmlns:a16="http://schemas.microsoft.com/office/drawing/2014/main" id="{64C78595-0CC3-4FE9-BBED-FFB552024826}"/>
              </a:ext>
            </a:extLst>
          </p:cNvPr>
          <p:cNvSpPr/>
          <p:nvPr/>
        </p:nvSpPr>
        <p:spPr>
          <a:xfrm rot="8100000">
            <a:off x="9290285" y="1986305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E008619-2CC8-4C51-8A81-54F1A2B40359}"/>
              </a:ext>
            </a:extLst>
          </p:cNvPr>
          <p:cNvSpPr/>
          <p:nvPr/>
        </p:nvSpPr>
        <p:spPr>
          <a:xfrm>
            <a:off x="9380823" y="2076843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61" name="그래픽 87">
            <a:extLst>
              <a:ext uri="{FF2B5EF4-FFF2-40B4-BE49-F238E27FC236}">
                <a16:creationId xmlns:a16="http://schemas.microsoft.com/office/drawing/2014/main" id="{E15805CC-9115-4380-A5FA-05AA7316D3B1}"/>
              </a:ext>
            </a:extLst>
          </p:cNvPr>
          <p:cNvGrpSpPr/>
          <p:nvPr/>
        </p:nvGrpSpPr>
        <p:grpSpPr>
          <a:xfrm>
            <a:off x="9527622" y="2221706"/>
            <a:ext cx="375581" cy="379454"/>
            <a:chOff x="9527622" y="2221706"/>
            <a:chExt cx="375581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2" name="자유형: 도형 56">
              <a:extLst>
                <a:ext uri="{FF2B5EF4-FFF2-40B4-BE49-F238E27FC236}">
                  <a16:creationId xmlns:a16="http://schemas.microsoft.com/office/drawing/2014/main" id="{E8F254D2-D5BD-471C-84D3-E0BD2A09596C}"/>
                </a:ext>
              </a:extLst>
            </p:cNvPr>
            <p:cNvSpPr/>
            <p:nvPr/>
          </p:nvSpPr>
          <p:spPr>
            <a:xfrm>
              <a:off x="9714256" y="2456336"/>
              <a:ext cx="137824" cy="113225"/>
            </a:xfrm>
            <a:custGeom>
              <a:avLst/>
              <a:gdLst>
                <a:gd name="connsiteX0" fmla="*/ 81408 w 137824"/>
                <a:gd name="connsiteY0" fmla="*/ 113226 h 113225"/>
                <a:gd name="connsiteX1" fmla="*/ 0 w 137824"/>
                <a:gd name="connsiteY1" fmla="*/ 0 h 113225"/>
                <a:gd name="connsiteX2" fmla="*/ 137825 w 137824"/>
                <a:gd name="connsiteY2" fmla="*/ 45262 h 113225"/>
                <a:gd name="connsiteX3" fmla="*/ 134739 w 137824"/>
                <a:gd name="connsiteY3" fmla="*/ 51407 h 113225"/>
                <a:gd name="connsiteX4" fmla="*/ 86264 w 137824"/>
                <a:gd name="connsiteY4" fmla="*/ 109481 h 113225"/>
                <a:gd name="connsiteX5" fmla="*/ 81408 w 137824"/>
                <a:gd name="connsiteY5" fmla="*/ 113226 h 113225"/>
                <a:gd name="connsiteX6" fmla="*/ 30857 w 137824"/>
                <a:gd name="connsiteY6" fmla="*/ 22610 h 113225"/>
                <a:gd name="connsiteX7" fmla="*/ 83815 w 137824"/>
                <a:gd name="connsiteY7" fmla="*/ 96266 h 113225"/>
                <a:gd name="connsiteX8" fmla="*/ 120909 w 137824"/>
                <a:gd name="connsiteY8" fmla="*/ 52184 h 113225"/>
                <a:gd name="connsiteX9" fmla="*/ 30857 w 137824"/>
                <a:gd name="connsiteY9" fmla="*/ 22610 h 11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824" h="113225">
                  <a:moveTo>
                    <a:pt x="81408" y="113226"/>
                  </a:moveTo>
                  <a:lnTo>
                    <a:pt x="0" y="0"/>
                  </a:lnTo>
                  <a:lnTo>
                    <a:pt x="137825" y="45262"/>
                  </a:lnTo>
                  <a:lnTo>
                    <a:pt x="134739" y="51407"/>
                  </a:lnTo>
                  <a:cubicBezTo>
                    <a:pt x="123489" y="73813"/>
                    <a:pt x="107181" y="93349"/>
                    <a:pt x="86264" y="109481"/>
                  </a:cubicBezTo>
                  <a:lnTo>
                    <a:pt x="81408" y="113226"/>
                  </a:lnTo>
                  <a:close/>
                  <a:moveTo>
                    <a:pt x="30857" y="22610"/>
                  </a:moveTo>
                  <a:lnTo>
                    <a:pt x="83815" y="96266"/>
                  </a:lnTo>
                  <a:cubicBezTo>
                    <a:pt x="99165" y="83548"/>
                    <a:pt x="111607" y="68761"/>
                    <a:pt x="120909" y="52184"/>
                  </a:cubicBezTo>
                  <a:lnTo>
                    <a:pt x="30857" y="2261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3" name="자유형: 도형 57">
              <a:extLst>
                <a:ext uri="{FF2B5EF4-FFF2-40B4-BE49-F238E27FC236}">
                  <a16:creationId xmlns:a16="http://schemas.microsoft.com/office/drawing/2014/main" id="{152E812E-E707-4EC2-8A4A-E05675E4AF78}"/>
                </a:ext>
              </a:extLst>
            </p:cNvPr>
            <p:cNvSpPr/>
            <p:nvPr/>
          </p:nvSpPr>
          <p:spPr>
            <a:xfrm>
              <a:off x="9695533" y="2221706"/>
              <a:ext cx="207670" cy="273968"/>
            </a:xfrm>
            <a:custGeom>
              <a:avLst/>
              <a:gdLst>
                <a:gd name="connsiteX0" fmla="*/ 197076 w 207670"/>
                <a:gd name="connsiteY0" fmla="*/ 273969 h 273968"/>
                <a:gd name="connsiteX1" fmla="*/ 0 w 207670"/>
                <a:gd name="connsiteY1" fmla="*/ 209236 h 273968"/>
                <a:gd name="connsiteX2" fmla="*/ 0 w 207670"/>
                <a:gd name="connsiteY2" fmla="*/ 0 h 273968"/>
                <a:gd name="connsiteX3" fmla="*/ 6033 w 207670"/>
                <a:gd name="connsiteY3" fmla="*/ 107 h 273968"/>
                <a:gd name="connsiteX4" fmla="*/ 65319 w 207670"/>
                <a:gd name="connsiteY4" fmla="*/ 10239 h 273968"/>
                <a:gd name="connsiteX5" fmla="*/ 185156 w 207670"/>
                <a:gd name="connsiteY5" fmla="*/ 113658 h 273968"/>
                <a:gd name="connsiteX6" fmla="*/ 198822 w 207670"/>
                <a:gd name="connsiteY6" fmla="*/ 268138 h 273968"/>
                <a:gd name="connsiteX7" fmla="*/ 197076 w 207670"/>
                <a:gd name="connsiteY7" fmla="*/ 273969 h 273968"/>
                <a:gd name="connsiteX8" fmla="*/ 11855 w 207670"/>
                <a:gd name="connsiteY8" fmla="*/ 200654 h 273968"/>
                <a:gd name="connsiteX9" fmla="*/ 189119 w 207670"/>
                <a:gd name="connsiteY9" fmla="*/ 258880 h 273968"/>
                <a:gd name="connsiteX10" fmla="*/ 174567 w 207670"/>
                <a:gd name="connsiteY10" fmla="*/ 118997 h 273968"/>
                <a:gd name="connsiteX11" fmla="*/ 61620 w 207670"/>
                <a:gd name="connsiteY11" fmla="*/ 21501 h 273968"/>
                <a:gd name="connsiteX12" fmla="*/ 11855 w 207670"/>
                <a:gd name="connsiteY12" fmla="*/ 12145 h 273968"/>
                <a:gd name="connsiteX13" fmla="*/ 11855 w 207670"/>
                <a:gd name="connsiteY13" fmla="*/ 200654 h 27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670" h="273968">
                  <a:moveTo>
                    <a:pt x="197076" y="273969"/>
                  </a:moveTo>
                  <a:lnTo>
                    <a:pt x="0" y="209236"/>
                  </a:lnTo>
                  <a:lnTo>
                    <a:pt x="0" y="0"/>
                  </a:lnTo>
                  <a:lnTo>
                    <a:pt x="6033" y="107"/>
                  </a:lnTo>
                  <a:cubicBezTo>
                    <a:pt x="26784" y="471"/>
                    <a:pt x="45069" y="3593"/>
                    <a:pt x="65319" y="10239"/>
                  </a:cubicBezTo>
                  <a:cubicBezTo>
                    <a:pt x="117622" y="27407"/>
                    <a:pt x="160180" y="64134"/>
                    <a:pt x="185156" y="113658"/>
                  </a:cubicBezTo>
                  <a:cubicBezTo>
                    <a:pt x="209390" y="161727"/>
                    <a:pt x="214246" y="216588"/>
                    <a:pt x="198822" y="268138"/>
                  </a:cubicBezTo>
                  <a:lnTo>
                    <a:pt x="197076" y="273969"/>
                  </a:lnTo>
                  <a:close/>
                  <a:moveTo>
                    <a:pt x="11855" y="200654"/>
                  </a:moveTo>
                  <a:lnTo>
                    <a:pt x="189119" y="258880"/>
                  </a:lnTo>
                  <a:cubicBezTo>
                    <a:pt x="201615" y="211972"/>
                    <a:pt x="196513" y="162531"/>
                    <a:pt x="174567" y="118997"/>
                  </a:cubicBezTo>
                  <a:cubicBezTo>
                    <a:pt x="151023" y="72301"/>
                    <a:pt x="110910" y="37679"/>
                    <a:pt x="61620" y="21501"/>
                  </a:cubicBezTo>
                  <a:cubicBezTo>
                    <a:pt x="44286" y="15813"/>
                    <a:pt x="29073" y="12928"/>
                    <a:pt x="11855" y="12145"/>
                  </a:cubicBezTo>
                  <a:lnTo>
                    <a:pt x="11855" y="20065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4" name="자유형: 도형 58">
              <a:extLst>
                <a:ext uri="{FF2B5EF4-FFF2-40B4-BE49-F238E27FC236}">
                  <a16:creationId xmlns:a16="http://schemas.microsoft.com/office/drawing/2014/main" id="{172AABFF-D441-46BE-907D-82855D4F98A4}"/>
                </a:ext>
              </a:extLst>
            </p:cNvPr>
            <p:cNvSpPr/>
            <p:nvPr/>
          </p:nvSpPr>
          <p:spPr>
            <a:xfrm>
              <a:off x="9527622" y="2259055"/>
              <a:ext cx="252777" cy="342104"/>
            </a:xfrm>
            <a:custGeom>
              <a:avLst/>
              <a:gdLst>
                <a:gd name="connsiteX0" fmla="*/ 169544 w 252777"/>
                <a:gd name="connsiteY0" fmla="*/ 342104 h 342104"/>
                <a:gd name="connsiteX1" fmla="*/ 169532 w 252777"/>
                <a:gd name="connsiteY1" fmla="*/ 342104 h 342104"/>
                <a:gd name="connsiteX2" fmla="*/ 49595 w 252777"/>
                <a:gd name="connsiteY2" fmla="*/ 291931 h 342104"/>
                <a:gd name="connsiteX3" fmla="*/ 49598 w 252777"/>
                <a:gd name="connsiteY3" fmla="*/ 49522 h 342104"/>
                <a:gd name="connsiteX4" fmla="*/ 143122 w 252777"/>
                <a:gd name="connsiteY4" fmla="*/ 1002 h 342104"/>
                <a:gd name="connsiteX5" fmla="*/ 149916 w 252777"/>
                <a:gd name="connsiteY5" fmla="*/ 0 h 342104"/>
                <a:gd name="connsiteX6" fmla="*/ 149916 w 252777"/>
                <a:gd name="connsiteY6" fmla="*/ 177418 h 342104"/>
                <a:gd name="connsiteX7" fmla="*/ 158012 w 252777"/>
                <a:gd name="connsiteY7" fmla="*/ 188476 h 342104"/>
                <a:gd name="connsiteX8" fmla="*/ 252778 w 252777"/>
                <a:gd name="connsiteY8" fmla="*/ 320298 h 342104"/>
                <a:gd name="connsiteX9" fmla="*/ 246662 w 252777"/>
                <a:gd name="connsiteY9" fmla="*/ 323446 h 342104"/>
                <a:gd name="connsiteX10" fmla="*/ 169544 w 252777"/>
                <a:gd name="connsiteY10" fmla="*/ 342104 h 342104"/>
                <a:gd name="connsiteX11" fmla="*/ 138061 w 252777"/>
                <a:gd name="connsiteY11" fmla="*/ 13889 h 342104"/>
                <a:gd name="connsiteX12" fmla="*/ 58026 w 252777"/>
                <a:gd name="connsiteY12" fmla="*/ 57858 h 342104"/>
                <a:gd name="connsiteX13" fmla="*/ 58023 w 252777"/>
                <a:gd name="connsiteY13" fmla="*/ 283591 h 342104"/>
                <a:gd name="connsiteX14" fmla="*/ 169532 w 252777"/>
                <a:gd name="connsiteY14" fmla="*/ 330247 h 342104"/>
                <a:gd name="connsiteX15" fmla="*/ 169544 w 252777"/>
                <a:gd name="connsiteY15" fmla="*/ 330247 h 342104"/>
                <a:gd name="connsiteX16" fmla="*/ 235035 w 252777"/>
                <a:gd name="connsiteY16" fmla="*/ 315919 h 342104"/>
                <a:gd name="connsiteX17" fmla="*/ 148416 w 252777"/>
                <a:gd name="connsiteY17" fmla="*/ 195434 h 342104"/>
                <a:gd name="connsiteX18" fmla="*/ 138061 w 252777"/>
                <a:gd name="connsiteY18" fmla="*/ 181287 h 342104"/>
                <a:gd name="connsiteX19" fmla="*/ 138061 w 252777"/>
                <a:gd name="connsiteY19" fmla="*/ 13889 h 34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2777" h="342104">
                  <a:moveTo>
                    <a:pt x="169544" y="342104"/>
                  </a:moveTo>
                  <a:lnTo>
                    <a:pt x="169532" y="342104"/>
                  </a:lnTo>
                  <a:cubicBezTo>
                    <a:pt x="124214" y="342104"/>
                    <a:pt x="81620" y="324285"/>
                    <a:pt x="49595" y="291931"/>
                  </a:cubicBezTo>
                  <a:cubicBezTo>
                    <a:pt x="-16534" y="225096"/>
                    <a:pt x="-16531" y="116353"/>
                    <a:pt x="49598" y="49522"/>
                  </a:cubicBezTo>
                  <a:cubicBezTo>
                    <a:pt x="76293" y="22545"/>
                    <a:pt x="107758" y="6222"/>
                    <a:pt x="143122" y="1002"/>
                  </a:cubicBezTo>
                  <a:lnTo>
                    <a:pt x="149916" y="0"/>
                  </a:lnTo>
                  <a:lnTo>
                    <a:pt x="149916" y="177418"/>
                  </a:lnTo>
                  <a:lnTo>
                    <a:pt x="158012" y="188476"/>
                  </a:lnTo>
                  <a:lnTo>
                    <a:pt x="252778" y="320298"/>
                  </a:lnTo>
                  <a:lnTo>
                    <a:pt x="246662" y="323446"/>
                  </a:lnTo>
                  <a:cubicBezTo>
                    <a:pt x="222946" y="335651"/>
                    <a:pt x="196278" y="342104"/>
                    <a:pt x="169544" y="342104"/>
                  </a:cubicBezTo>
                  <a:close/>
                  <a:moveTo>
                    <a:pt x="138061" y="13889"/>
                  </a:moveTo>
                  <a:cubicBezTo>
                    <a:pt x="108043" y="19726"/>
                    <a:pt x="81143" y="34498"/>
                    <a:pt x="58026" y="57858"/>
                  </a:cubicBezTo>
                  <a:cubicBezTo>
                    <a:pt x="-3555" y="120091"/>
                    <a:pt x="-3558" y="221352"/>
                    <a:pt x="58023" y="283591"/>
                  </a:cubicBezTo>
                  <a:cubicBezTo>
                    <a:pt x="87804" y="313678"/>
                    <a:pt x="127404" y="330247"/>
                    <a:pt x="169532" y="330247"/>
                  </a:cubicBezTo>
                  <a:lnTo>
                    <a:pt x="169544" y="330247"/>
                  </a:lnTo>
                  <a:cubicBezTo>
                    <a:pt x="192095" y="330247"/>
                    <a:pt x="214589" y="325311"/>
                    <a:pt x="235035" y="315919"/>
                  </a:cubicBezTo>
                  <a:lnTo>
                    <a:pt x="148416" y="195434"/>
                  </a:lnTo>
                  <a:lnTo>
                    <a:pt x="138061" y="181287"/>
                  </a:lnTo>
                  <a:lnTo>
                    <a:pt x="138061" y="13889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65" name="눈물 방울 64">
            <a:extLst>
              <a:ext uri="{FF2B5EF4-FFF2-40B4-BE49-F238E27FC236}">
                <a16:creationId xmlns:a16="http://schemas.microsoft.com/office/drawing/2014/main" id="{B45863E8-AC6B-4C70-9880-330CB0F60D04}"/>
              </a:ext>
            </a:extLst>
          </p:cNvPr>
          <p:cNvSpPr/>
          <p:nvPr/>
        </p:nvSpPr>
        <p:spPr>
          <a:xfrm rot="8100000">
            <a:off x="1948493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8014203-3107-4369-89D5-F7777AD70532}"/>
              </a:ext>
            </a:extLst>
          </p:cNvPr>
          <p:cNvSpPr/>
          <p:nvPr/>
        </p:nvSpPr>
        <p:spPr>
          <a:xfrm>
            <a:off x="2039031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67" name="그래픽 92">
            <a:extLst>
              <a:ext uri="{FF2B5EF4-FFF2-40B4-BE49-F238E27FC236}">
                <a16:creationId xmlns:a16="http://schemas.microsoft.com/office/drawing/2014/main" id="{C39273C2-039A-4D2E-82F3-0E1BAEA83E4B}"/>
              </a:ext>
            </a:extLst>
          </p:cNvPr>
          <p:cNvGrpSpPr/>
          <p:nvPr/>
        </p:nvGrpSpPr>
        <p:grpSpPr>
          <a:xfrm>
            <a:off x="2183894" y="4449843"/>
            <a:ext cx="379454" cy="329751"/>
            <a:chOff x="2183894" y="4449843"/>
            <a:chExt cx="379454" cy="32975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8" name="자유형: 도형 60">
              <a:extLst>
                <a:ext uri="{FF2B5EF4-FFF2-40B4-BE49-F238E27FC236}">
                  <a16:creationId xmlns:a16="http://schemas.microsoft.com/office/drawing/2014/main" id="{CA7EC6BD-B9F4-4391-AE94-EB6128BC3B47}"/>
                </a:ext>
              </a:extLst>
            </p:cNvPr>
            <p:cNvSpPr/>
            <p:nvPr/>
          </p:nvSpPr>
          <p:spPr>
            <a:xfrm>
              <a:off x="2183894" y="4449843"/>
              <a:ext cx="133467" cy="329751"/>
            </a:xfrm>
            <a:custGeom>
              <a:avLst/>
              <a:gdLst>
                <a:gd name="connsiteX0" fmla="*/ 31634 w 133467"/>
                <a:gd name="connsiteY0" fmla="*/ 329751 h 329751"/>
                <a:gd name="connsiteX1" fmla="*/ 0 w 133467"/>
                <a:gd name="connsiteY1" fmla="*/ 297788 h 329751"/>
                <a:gd name="connsiteX2" fmla="*/ 0 w 133467"/>
                <a:gd name="connsiteY2" fmla="*/ 0 h 329751"/>
                <a:gd name="connsiteX3" fmla="*/ 101830 w 133467"/>
                <a:gd name="connsiteY3" fmla="*/ 0 h 329751"/>
                <a:gd name="connsiteX4" fmla="*/ 133467 w 133467"/>
                <a:gd name="connsiteY4" fmla="*/ 31960 h 329751"/>
                <a:gd name="connsiteX5" fmla="*/ 121609 w 133467"/>
                <a:gd name="connsiteY5" fmla="*/ 31960 h 329751"/>
                <a:gd name="connsiteX6" fmla="*/ 101830 w 133467"/>
                <a:gd name="connsiteY6" fmla="*/ 11858 h 329751"/>
                <a:gd name="connsiteX7" fmla="*/ 11858 w 133467"/>
                <a:gd name="connsiteY7" fmla="*/ 11858 h 329751"/>
                <a:gd name="connsiteX8" fmla="*/ 11858 w 133467"/>
                <a:gd name="connsiteY8" fmla="*/ 297788 h 329751"/>
                <a:gd name="connsiteX9" fmla="*/ 31637 w 133467"/>
                <a:gd name="connsiteY9" fmla="*/ 317894 h 329751"/>
                <a:gd name="connsiteX10" fmla="*/ 51410 w 133467"/>
                <a:gd name="connsiteY10" fmla="*/ 297788 h 329751"/>
                <a:gd name="connsiteX11" fmla="*/ 51410 w 133467"/>
                <a:gd name="connsiteY11" fmla="*/ 131952 h 329751"/>
                <a:gd name="connsiteX12" fmla="*/ 63268 w 133467"/>
                <a:gd name="connsiteY12" fmla="*/ 131952 h 329751"/>
                <a:gd name="connsiteX13" fmla="*/ 63268 w 133467"/>
                <a:gd name="connsiteY13" fmla="*/ 297788 h 329751"/>
                <a:gd name="connsiteX14" fmla="*/ 31634 w 133467"/>
                <a:gd name="connsiteY14" fmla="*/ 329751 h 32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3467" h="329751">
                  <a:moveTo>
                    <a:pt x="31634" y="329751"/>
                  </a:moveTo>
                  <a:cubicBezTo>
                    <a:pt x="14191" y="329751"/>
                    <a:pt x="0" y="315412"/>
                    <a:pt x="0" y="297788"/>
                  </a:cubicBezTo>
                  <a:lnTo>
                    <a:pt x="0" y="0"/>
                  </a:lnTo>
                  <a:lnTo>
                    <a:pt x="101830" y="0"/>
                  </a:lnTo>
                  <a:cubicBezTo>
                    <a:pt x="119273" y="0"/>
                    <a:pt x="133467" y="14336"/>
                    <a:pt x="133467" y="31960"/>
                  </a:cubicBezTo>
                  <a:lnTo>
                    <a:pt x="121609" y="31960"/>
                  </a:lnTo>
                  <a:cubicBezTo>
                    <a:pt x="121609" y="20876"/>
                    <a:pt x="112736" y="11858"/>
                    <a:pt x="101830" y="11858"/>
                  </a:cubicBezTo>
                  <a:lnTo>
                    <a:pt x="11858" y="11858"/>
                  </a:lnTo>
                  <a:lnTo>
                    <a:pt x="11858" y="297788"/>
                  </a:lnTo>
                  <a:cubicBezTo>
                    <a:pt x="11858" y="308873"/>
                    <a:pt x="20731" y="317894"/>
                    <a:pt x="31637" y="317894"/>
                  </a:cubicBezTo>
                  <a:cubicBezTo>
                    <a:pt x="42540" y="317894"/>
                    <a:pt x="51410" y="308873"/>
                    <a:pt x="51410" y="297788"/>
                  </a:cubicBezTo>
                  <a:lnTo>
                    <a:pt x="51410" y="131952"/>
                  </a:lnTo>
                  <a:lnTo>
                    <a:pt x="63268" y="131952"/>
                  </a:lnTo>
                  <a:lnTo>
                    <a:pt x="63268" y="297788"/>
                  </a:lnTo>
                  <a:cubicBezTo>
                    <a:pt x="63265" y="315412"/>
                    <a:pt x="49077" y="329751"/>
                    <a:pt x="31634" y="3297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9" name="자유형: 도형 61">
              <a:extLst>
                <a:ext uri="{FF2B5EF4-FFF2-40B4-BE49-F238E27FC236}">
                  <a16:creationId xmlns:a16="http://schemas.microsoft.com/office/drawing/2014/main" id="{EBA90012-2018-4160-B326-418D040C96B8}"/>
                </a:ext>
              </a:extLst>
            </p:cNvPr>
            <p:cNvSpPr/>
            <p:nvPr/>
          </p:nvSpPr>
          <p:spPr>
            <a:xfrm>
              <a:off x="2183894" y="4747631"/>
              <a:ext cx="63268" cy="31963"/>
            </a:xfrm>
            <a:custGeom>
              <a:avLst/>
              <a:gdLst>
                <a:gd name="connsiteX0" fmla="*/ 31634 w 63268"/>
                <a:gd name="connsiteY0" fmla="*/ 31963 h 31963"/>
                <a:gd name="connsiteX1" fmla="*/ 0 w 63268"/>
                <a:gd name="connsiteY1" fmla="*/ 0 h 31963"/>
                <a:gd name="connsiteX2" fmla="*/ 11858 w 63268"/>
                <a:gd name="connsiteY2" fmla="*/ 0 h 31963"/>
                <a:gd name="connsiteX3" fmla="*/ 31637 w 63268"/>
                <a:gd name="connsiteY3" fmla="*/ 20105 h 31963"/>
                <a:gd name="connsiteX4" fmla="*/ 51410 w 63268"/>
                <a:gd name="connsiteY4" fmla="*/ 0 h 31963"/>
                <a:gd name="connsiteX5" fmla="*/ 63268 w 63268"/>
                <a:gd name="connsiteY5" fmla="*/ 0 h 31963"/>
                <a:gd name="connsiteX6" fmla="*/ 31634 w 63268"/>
                <a:gd name="connsiteY6" fmla="*/ 31963 h 3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268" h="31963">
                  <a:moveTo>
                    <a:pt x="31634" y="31963"/>
                  </a:moveTo>
                  <a:cubicBezTo>
                    <a:pt x="14191" y="31963"/>
                    <a:pt x="0" y="17624"/>
                    <a:pt x="0" y="0"/>
                  </a:cubicBezTo>
                  <a:lnTo>
                    <a:pt x="11858" y="0"/>
                  </a:lnTo>
                  <a:cubicBezTo>
                    <a:pt x="11858" y="11084"/>
                    <a:pt x="20731" y="20105"/>
                    <a:pt x="31637" y="20105"/>
                  </a:cubicBezTo>
                  <a:cubicBezTo>
                    <a:pt x="42540" y="20105"/>
                    <a:pt x="51410" y="11084"/>
                    <a:pt x="51410" y="0"/>
                  </a:cubicBezTo>
                  <a:lnTo>
                    <a:pt x="63268" y="0"/>
                  </a:lnTo>
                  <a:cubicBezTo>
                    <a:pt x="63265" y="17624"/>
                    <a:pt x="49077" y="31963"/>
                    <a:pt x="31634" y="31963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0" name="자유형: 도형 64">
              <a:extLst>
                <a:ext uri="{FF2B5EF4-FFF2-40B4-BE49-F238E27FC236}">
                  <a16:creationId xmlns:a16="http://schemas.microsoft.com/office/drawing/2014/main" id="{83342433-2B67-4B9A-88D2-219912332413}"/>
                </a:ext>
              </a:extLst>
            </p:cNvPr>
            <p:cNvSpPr/>
            <p:nvPr/>
          </p:nvSpPr>
          <p:spPr>
            <a:xfrm>
              <a:off x="2215530" y="4478746"/>
              <a:ext cx="347817" cy="300847"/>
            </a:xfrm>
            <a:custGeom>
              <a:avLst/>
              <a:gdLst>
                <a:gd name="connsiteX0" fmla="*/ 316180 w 347817"/>
                <a:gd name="connsiteY0" fmla="*/ 300848 h 300847"/>
                <a:gd name="connsiteX1" fmla="*/ 0 w 347817"/>
                <a:gd name="connsiteY1" fmla="*/ 300848 h 300847"/>
                <a:gd name="connsiteX2" fmla="*/ 0 w 347817"/>
                <a:gd name="connsiteY2" fmla="*/ 288990 h 300847"/>
                <a:gd name="connsiteX3" fmla="*/ 19773 w 347817"/>
                <a:gd name="connsiteY3" fmla="*/ 268885 h 300847"/>
                <a:gd name="connsiteX4" fmla="*/ 19773 w 347817"/>
                <a:gd name="connsiteY4" fmla="*/ 0 h 300847"/>
                <a:gd name="connsiteX5" fmla="*/ 120622 w 347817"/>
                <a:gd name="connsiteY5" fmla="*/ 0 h 300847"/>
                <a:gd name="connsiteX6" fmla="*/ 150338 w 347817"/>
                <a:gd name="connsiteY6" fmla="*/ 21027 h 300847"/>
                <a:gd name="connsiteX7" fmla="*/ 347817 w 347817"/>
                <a:gd name="connsiteY7" fmla="*/ 21027 h 300847"/>
                <a:gd name="connsiteX8" fmla="*/ 347817 w 347817"/>
                <a:gd name="connsiteY8" fmla="*/ 268885 h 300847"/>
                <a:gd name="connsiteX9" fmla="*/ 316180 w 347817"/>
                <a:gd name="connsiteY9" fmla="*/ 300848 h 300847"/>
                <a:gd name="connsiteX10" fmla="*/ 24573 w 347817"/>
                <a:gd name="connsiteY10" fmla="*/ 288990 h 300847"/>
                <a:gd name="connsiteX11" fmla="*/ 316180 w 347817"/>
                <a:gd name="connsiteY11" fmla="*/ 288990 h 300847"/>
                <a:gd name="connsiteX12" fmla="*/ 335959 w 347817"/>
                <a:gd name="connsiteY12" fmla="*/ 268885 h 300847"/>
                <a:gd name="connsiteX13" fmla="*/ 335959 w 347817"/>
                <a:gd name="connsiteY13" fmla="*/ 32885 h 300847"/>
                <a:gd name="connsiteX14" fmla="*/ 140940 w 347817"/>
                <a:gd name="connsiteY14" fmla="*/ 32885 h 300847"/>
                <a:gd name="connsiteX15" fmla="*/ 140016 w 347817"/>
                <a:gd name="connsiteY15" fmla="*/ 28077 h 300847"/>
                <a:gd name="connsiteX16" fmla="*/ 120622 w 347817"/>
                <a:gd name="connsiteY16" fmla="*/ 11858 h 300847"/>
                <a:gd name="connsiteX17" fmla="*/ 31631 w 347817"/>
                <a:gd name="connsiteY17" fmla="*/ 11858 h 300847"/>
                <a:gd name="connsiteX18" fmla="*/ 31631 w 347817"/>
                <a:gd name="connsiteY18" fmla="*/ 268885 h 300847"/>
                <a:gd name="connsiteX19" fmla="*/ 24573 w 347817"/>
                <a:gd name="connsiteY19" fmla="*/ 288990 h 300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7817" h="300847">
                  <a:moveTo>
                    <a:pt x="316180" y="300848"/>
                  </a:moveTo>
                  <a:lnTo>
                    <a:pt x="0" y="300848"/>
                  </a:lnTo>
                  <a:lnTo>
                    <a:pt x="0" y="288990"/>
                  </a:lnTo>
                  <a:cubicBezTo>
                    <a:pt x="10903" y="288990"/>
                    <a:pt x="19773" y="279969"/>
                    <a:pt x="19773" y="268885"/>
                  </a:cubicBezTo>
                  <a:lnTo>
                    <a:pt x="19773" y="0"/>
                  </a:lnTo>
                  <a:lnTo>
                    <a:pt x="120622" y="0"/>
                  </a:lnTo>
                  <a:cubicBezTo>
                    <a:pt x="134054" y="0"/>
                    <a:pt x="145864" y="8594"/>
                    <a:pt x="150338" y="21027"/>
                  </a:cubicBezTo>
                  <a:lnTo>
                    <a:pt x="347817" y="21027"/>
                  </a:lnTo>
                  <a:lnTo>
                    <a:pt x="347817" y="268885"/>
                  </a:lnTo>
                  <a:cubicBezTo>
                    <a:pt x="347817" y="286509"/>
                    <a:pt x="333626" y="300848"/>
                    <a:pt x="316180" y="300848"/>
                  </a:cubicBezTo>
                  <a:close/>
                  <a:moveTo>
                    <a:pt x="24573" y="288990"/>
                  </a:moveTo>
                  <a:lnTo>
                    <a:pt x="316180" y="288990"/>
                  </a:lnTo>
                  <a:cubicBezTo>
                    <a:pt x="327089" y="288990"/>
                    <a:pt x="335959" y="279969"/>
                    <a:pt x="335959" y="268885"/>
                  </a:cubicBezTo>
                  <a:lnTo>
                    <a:pt x="335959" y="32885"/>
                  </a:lnTo>
                  <a:lnTo>
                    <a:pt x="140940" y="32885"/>
                  </a:lnTo>
                  <a:lnTo>
                    <a:pt x="140016" y="28077"/>
                  </a:lnTo>
                  <a:cubicBezTo>
                    <a:pt x="138207" y="18679"/>
                    <a:pt x="130049" y="11858"/>
                    <a:pt x="120622" y="11858"/>
                  </a:cubicBezTo>
                  <a:lnTo>
                    <a:pt x="31631" y="11858"/>
                  </a:lnTo>
                  <a:lnTo>
                    <a:pt x="31631" y="268885"/>
                  </a:lnTo>
                  <a:cubicBezTo>
                    <a:pt x="31631" y="276495"/>
                    <a:pt x="28987" y="283497"/>
                    <a:pt x="24573" y="28899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1" name="자유형: 도형 65">
              <a:extLst>
                <a:ext uri="{FF2B5EF4-FFF2-40B4-BE49-F238E27FC236}">
                  <a16:creationId xmlns:a16="http://schemas.microsoft.com/office/drawing/2014/main" id="{866D3498-0BA8-4782-84B3-033C8A6D42D0}"/>
                </a:ext>
              </a:extLst>
            </p:cNvPr>
            <p:cNvSpPr/>
            <p:nvPr/>
          </p:nvSpPr>
          <p:spPr>
            <a:xfrm>
              <a:off x="2247182" y="4733419"/>
              <a:ext cx="247670" cy="11857"/>
            </a:xfrm>
            <a:custGeom>
              <a:avLst/>
              <a:gdLst>
                <a:gd name="connsiteX0" fmla="*/ 0 w 247670"/>
                <a:gd name="connsiteY0" fmla="*/ 0 h 11857"/>
                <a:gd name="connsiteX1" fmla="*/ 247671 w 247670"/>
                <a:gd name="connsiteY1" fmla="*/ 0 h 11857"/>
                <a:gd name="connsiteX2" fmla="*/ 247671 w 247670"/>
                <a:gd name="connsiteY2" fmla="*/ 11858 h 11857"/>
                <a:gd name="connsiteX3" fmla="*/ 0 w 247670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670" h="11857">
                  <a:moveTo>
                    <a:pt x="0" y="0"/>
                  </a:moveTo>
                  <a:lnTo>
                    <a:pt x="247671" y="0"/>
                  </a:lnTo>
                  <a:lnTo>
                    <a:pt x="247671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2" name="자유형: 도형 66">
              <a:extLst>
                <a:ext uri="{FF2B5EF4-FFF2-40B4-BE49-F238E27FC236}">
                  <a16:creationId xmlns:a16="http://schemas.microsoft.com/office/drawing/2014/main" id="{24E4BBFC-A4A7-422D-A635-FD6A35083291}"/>
                </a:ext>
              </a:extLst>
            </p:cNvPr>
            <p:cNvSpPr/>
            <p:nvPr/>
          </p:nvSpPr>
          <p:spPr>
            <a:xfrm>
              <a:off x="2286290" y="4567097"/>
              <a:ext cx="111761" cy="11857"/>
            </a:xfrm>
            <a:custGeom>
              <a:avLst/>
              <a:gdLst>
                <a:gd name="connsiteX0" fmla="*/ 0 w 111761"/>
                <a:gd name="connsiteY0" fmla="*/ 0 h 11857"/>
                <a:gd name="connsiteX1" fmla="*/ 111761 w 111761"/>
                <a:gd name="connsiteY1" fmla="*/ 0 h 11857"/>
                <a:gd name="connsiteX2" fmla="*/ 111761 w 111761"/>
                <a:gd name="connsiteY2" fmla="*/ 11858 h 11857"/>
                <a:gd name="connsiteX3" fmla="*/ 0 w 111761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1" h="11857">
                  <a:moveTo>
                    <a:pt x="0" y="0"/>
                  </a:moveTo>
                  <a:lnTo>
                    <a:pt x="111761" y="0"/>
                  </a:lnTo>
                  <a:lnTo>
                    <a:pt x="111761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3" name="자유형: 도형 67">
              <a:extLst>
                <a:ext uri="{FF2B5EF4-FFF2-40B4-BE49-F238E27FC236}">
                  <a16:creationId xmlns:a16="http://schemas.microsoft.com/office/drawing/2014/main" id="{4C5920D1-BBFB-4029-AD9E-8A26A9D65552}"/>
                </a:ext>
              </a:extLst>
            </p:cNvPr>
            <p:cNvSpPr/>
            <p:nvPr/>
          </p:nvSpPr>
          <p:spPr>
            <a:xfrm>
              <a:off x="2286290" y="4602736"/>
              <a:ext cx="57009" cy="11857"/>
            </a:xfrm>
            <a:custGeom>
              <a:avLst/>
              <a:gdLst>
                <a:gd name="connsiteX0" fmla="*/ 0 w 57009"/>
                <a:gd name="connsiteY0" fmla="*/ 0 h 11857"/>
                <a:gd name="connsiteX1" fmla="*/ 57010 w 57009"/>
                <a:gd name="connsiteY1" fmla="*/ 0 h 11857"/>
                <a:gd name="connsiteX2" fmla="*/ 57010 w 57009"/>
                <a:gd name="connsiteY2" fmla="*/ 11858 h 11857"/>
                <a:gd name="connsiteX3" fmla="*/ 0 w 57009"/>
                <a:gd name="connsiteY3" fmla="*/ 11858 h 1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09" h="11857">
                  <a:moveTo>
                    <a:pt x="0" y="0"/>
                  </a:moveTo>
                  <a:lnTo>
                    <a:pt x="57010" y="0"/>
                  </a:lnTo>
                  <a:lnTo>
                    <a:pt x="57010" y="11858"/>
                  </a:lnTo>
                  <a:lnTo>
                    <a:pt x="0" y="11858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" name="자유형: 도형 68">
              <a:extLst>
                <a:ext uri="{FF2B5EF4-FFF2-40B4-BE49-F238E27FC236}">
                  <a16:creationId xmlns:a16="http://schemas.microsoft.com/office/drawing/2014/main" id="{0A71501F-E0B3-4D0C-A681-67FB9A5B7AC6}"/>
                </a:ext>
              </a:extLst>
            </p:cNvPr>
            <p:cNvSpPr/>
            <p:nvPr/>
          </p:nvSpPr>
          <p:spPr>
            <a:xfrm>
              <a:off x="2349164" y="4449843"/>
              <a:ext cx="191683" cy="31396"/>
            </a:xfrm>
            <a:custGeom>
              <a:avLst/>
              <a:gdLst>
                <a:gd name="connsiteX0" fmla="*/ 191684 w 191683"/>
                <a:gd name="connsiteY0" fmla="*/ 31397 h 31396"/>
                <a:gd name="connsiteX1" fmla="*/ 179826 w 191683"/>
                <a:gd name="connsiteY1" fmla="*/ 31397 h 31396"/>
                <a:gd name="connsiteX2" fmla="*/ 179826 w 191683"/>
                <a:gd name="connsiteY2" fmla="*/ 11858 h 31396"/>
                <a:gd name="connsiteX3" fmla="*/ 0 w 191683"/>
                <a:gd name="connsiteY3" fmla="*/ 11858 h 31396"/>
                <a:gd name="connsiteX4" fmla="*/ 0 w 191683"/>
                <a:gd name="connsiteY4" fmla="*/ 0 h 31396"/>
                <a:gd name="connsiteX5" fmla="*/ 191684 w 191683"/>
                <a:gd name="connsiteY5" fmla="*/ 0 h 31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683" h="31396">
                  <a:moveTo>
                    <a:pt x="191684" y="31397"/>
                  </a:moveTo>
                  <a:lnTo>
                    <a:pt x="179826" y="31397"/>
                  </a:lnTo>
                  <a:lnTo>
                    <a:pt x="179826" y="11858"/>
                  </a:lnTo>
                  <a:lnTo>
                    <a:pt x="0" y="11858"/>
                  </a:lnTo>
                  <a:lnTo>
                    <a:pt x="0" y="0"/>
                  </a:lnTo>
                  <a:lnTo>
                    <a:pt x="191684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75" name="눈물 방울 74">
            <a:extLst>
              <a:ext uri="{FF2B5EF4-FFF2-40B4-BE49-F238E27FC236}">
                <a16:creationId xmlns:a16="http://schemas.microsoft.com/office/drawing/2014/main" id="{6FB59208-29A4-44F8-ABB8-3120E5459763}"/>
              </a:ext>
            </a:extLst>
          </p:cNvPr>
          <p:cNvSpPr/>
          <p:nvPr/>
        </p:nvSpPr>
        <p:spPr>
          <a:xfrm rot="8100000">
            <a:off x="4052328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70177739-0788-4963-99B2-A8AA9D7ABEE4}"/>
              </a:ext>
            </a:extLst>
          </p:cNvPr>
          <p:cNvSpPr/>
          <p:nvPr/>
        </p:nvSpPr>
        <p:spPr>
          <a:xfrm>
            <a:off x="4142866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77" name="그래픽 103">
            <a:extLst>
              <a:ext uri="{FF2B5EF4-FFF2-40B4-BE49-F238E27FC236}">
                <a16:creationId xmlns:a16="http://schemas.microsoft.com/office/drawing/2014/main" id="{FB9E941F-C473-42D8-AEBE-1E7F06501C89}"/>
              </a:ext>
            </a:extLst>
          </p:cNvPr>
          <p:cNvGrpSpPr/>
          <p:nvPr/>
        </p:nvGrpSpPr>
        <p:grpSpPr>
          <a:xfrm>
            <a:off x="4291546" y="4424992"/>
            <a:ext cx="377049" cy="379454"/>
            <a:chOff x="4291546" y="4424992"/>
            <a:chExt cx="377049" cy="37945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8" name="자유형: 도형 70">
              <a:extLst>
                <a:ext uri="{FF2B5EF4-FFF2-40B4-BE49-F238E27FC236}">
                  <a16:creationId xmlns:a16="http://schemas.microsoft.com/office/drawing/2014/main" id="{94426018-379B-4FEA-8484-493EC4C9412B}"/>
                </a:ext>
              </a:extLst>
            </p:cNvPr>
            <p:cNvSpPr/>
            <p:nvPr/>
          </p:nvSpPr>
          <p:spPr>
            <a:xfrm>
              <a:off x="4293950" y="4424992"/>
              <a:ext cx="273254" cy="276696"/>
            </a:xfrm>
            <a:custGeom>
              <a:avLst/>
              <a:gdLst>
                <a:gd name="connsiteX0" fmla="*/ 136550 w 273254"/>
                <a:gd name="connsiteY0" fmla="*/ 276696 h 276696"/>
                <a:gd name="connsiteX1" fmla="*/ 0 w 273254"/>
                <a:gd name="connsiteY1" fmla="*/ 138382 h 276696"/>
                <a:gd name="connsiteX2" fmla="*/ 39831 w 273254"/>
                <a:gd name="connsiteY2" fmla="*/ 40750 h 276696"/>
                <a:gd name="connsiteX3" fmla="*/ 136515 w 273254"/>
                <a:gd name="connsiteY3" fmla="*/ 0 h 276696"/>
                <a:gd name="connsiteX4" fmla="*/ 233207 w 273254"/>
                <a:gd name="connsiteY4" fmla="*/ 40545 h 276696"/>
                <a:gd name="connsiteX5" fmla="*/ 273254 w 273254"/>
                <a:gd name="connsiteY5" fmla="*/ 138326 h 276696"/>
                <a:gd name="connsiteX6" fmla="*/ 233450 w 273254"/>
                <a:gd name="connsiteY6" fmla="*/ 235902 h 276696"/>
                <a:gd name="connsiteX7" fmla="*/ 136657 w 273254"/>
                <a:gd name="connsiteY7" fmla="*/ 276696 h 276696"/>
                <a:gd name="connsiteX8" fmla="*/ 136651 w 273254"/>
                <a:gd name="connsiteY8" fmla="*/ 276696 h 276696"/>
                <a:gd name="connsiteX9" fmla="*/ 136550 w 273254"/>
                <a:gd name="connsiteY9" fmla="*/ 270767 h 276696"/>
                <a:gd name="connsiteX10" fmla="*/ 136636 w 273254"/>
                <a:gd name="connsiteY10" fmla="*/ 264838 h 276696"/>
                <a:gd name="connsiteX11" fmla="*/ 224995 w 273254"/>
                <a:gd name="connsiteY11" fmla="*/ 227592 h 276696"/>
                <a:gd name="connsiteX12" fmla="*/ 261396 w 273254"/>
                <a:gd name="connsiteY12" fmla="*/ 138332 h 276696"/>
                <a:gd name="connsiteX13" fmla="*/ 224773 w 273254"/>
                <a:gd name="connsiteY13" fmla="*/ 48881 h 276696"/>
                <a:gd name="connsiteX14" fmla="*/ 136669 w 273254"/>
                <a:gd name="connsiteY14" fmla="*/ 11858 h 276696"/>
                <a:gd name="connsiteX15" fmla="*/ 48288 w 273254"/>
                <a:gd name="connsiteY15" fmla="*/ 49059 h 276696"/>
                <a:gd name="connsiteX16" fmla="*/ 11858 w 273254"/>
                <a:gd name="connsiteY16" fmla="*/ 138379 h 276696"/>
                <a:gd name="connsiteX17" fmla="*/ 136550 w 273254"/>
                <a:gd name="connsiteY17" fmla="*/ 264838 h 276696"/>
                <a:gd name="connsiteX18" fmla="*/ 136550 w 273254"/>
                <a:gd name="connsiteY18" fmla="*/ 276696 h 27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254" h="276696">
                  <a:moveTo>
                    <a:pt x="136550" y="276696"/>
                  </a:moveTo>
                  <a:cubicBezTo>
                    <a:pt x="61288" y="276696"/>
                    <a:pt x="33" y="214646"/>
                    <a:pt x="0" y="138382"/>
                  </a:cubicBezTo>
                  <a:cubicBezTo>
                    <a:pt x="-9" y="101599"/>
                    <a:pt x="14138" y="66926"/>
                    <a:pt x="39831" y="40750"/>
                  </a:cubicBezTo>
                  <a:cubicBezTo>
                    <a:pt x="65654" y="14470"/>
                    <a:pt x="99989" y="0"/>
                    <a:pt x="136515" y="0"/>
                  </a:cubicBezTo>
                  <a:cubicBezTo>
                    <a:pt x="173076" y="0"/>
                    <a:pt x="207360" y="14399"/>
                    <a:pt x="233207" y="40545"/>
                  </a:cubicBezTo>
                  <a:cubicBezTo>
                    <a:pt x="259025" y="66683"/>
                    <a:pt x="273248" y="101409"/>
                    <a:pt x="273254" y="138326"/>
                  </a:cubicBezTo>
                  <a:cubicBezTo>
                    <a:pt x="273254" y="175106"/>
                    <a:pt x="259117" y="209758"/>
                    <a:pt x="233450" y="235902"/>
                  </a:cubicBezTo>
                  <a:cubicBezTo>
                    <a:pt x="207570" y="262209"/>
                    <a:pt x="173191" y="276696"/>
                    <a:pt x="136657" y="276696"/>
                  </a:cubicBezTo>
                  <a:cubicBezTo>
                    <a:pt x="136654" y="276696"/>
                    <a:pt x="136654" y="276696"/>
                    <a:pt x="136651" y="276696"/>
                  </a:cubicBezTo>
                  <a:lnTo>
                    <a:pt x="136550" y="270767"/>
                  </a:lnTo>
                  <a:lnTo>
                    <a:pt x="136636" y="264838"/>
                  </a:lnTo>
                  <a:cubicBezTo>
                    <a:pt x="169987" y="264838"/>
                    <a:pt x="201363" y="251611"/>
                    <a:pt x="224995" y="227592"/>
                  </a:cubicBezTo>
                  <a:cubicBezTo>
                    <a:pt x="248468" y="203687"/>
                    <a:pt x="261396" y="171985"/>
                    <a:pt x="261396" y="138332"/>
                  </a:cubicBezTo>
                  <a:cubicBezTo>
                    <a:pt x="261390" y="104554"/>
                    <a:pt x="248382" y="72787"/>
                    <a:pt x="224773" y="48881"/>
                  </a:cubicBezTo>
                  <a:cubicBezTo>
                    <a:pt x="201170" y="25008"/>
                    <a:pt x="169883" y="11858"/>
                    <a:pt x="136669" y="11858"/>
                  </a:cubicBezTo>
                  <a:cubicBezTo>
                    <a:pt x="103197" y="11858"/>
                    <a:pt x="71865" y="25071"/>
                    <a:pt x="48288" y="49059"/>
                  </a:cubicBezTo>
                  <a:cubicBezTo>
                    <a:pt x="24789" y="73000"/>
                    <a:pt x="11849" y="104723"/>
                    <a:pt x="11858" y="138379"/>
                  </a:cubicBezTo>
                  <a:cubicBezTo>
                    <a:pt x="11888" y="208107"/>
                    <a:pt x="67821" y="264838"/>
                    <a:pt x="136550" y="264838"/>
                  </a:cubicBezTo>
                  <a:lnTo>
                    <a:pt x="136550" y="27669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9" name="자유형: 도형 71">
              <a:extLst>
                <a:ext uri="{FF2B5EF4-FFF2-40B4-BE49-F238E27FC236}">
                  <a16:creationId xmlns:a16="http://schemas.microsoft.com/office/drawing/2014/main" id="{1AC7A1D1-C0B8-4A08-8F1E-D23441A9CB39}"/>
                </a:ext>
              </a:extLst>
            </p:cNvPr>
            <p:cNvSpPr/>
            <p:nvPr/>
          </p:nvSpPr>
          <p:spPr>
            <a:xfrm>
              <a:off x="4326150" y="4457568"/>
              <a:ext cx="208898" cy="211495"/>
            </a:xfrm>
            <a:custGeom>
              <a:avLst/>
              <a:gdLst>
                <a:gd name="connsiteX0" fmla="*/ 104362 w 208898"/>
                <a:gd name="connsiteY0" fmla="*/ 211495 h 211495"/>
                <a:gd name="connsiteX1" fmla="*/ 30558 w 208898"/>
                <a:gd name="connsiteY1" fmla="*/ 180475 h 211495"/>
                <a:gd name="connsiteX2" fmla="*/ 0 w 208898"/>
                <a:gd name="connsiteY2" fmla="*/ 105782 h 211495"/>
                <a:gd name="connsiteX3" fmla="*/ 30457 w 208898"/>
                <a:gd name="connsiteY3" fmla="*/ 31192 h 211495"/>
                <a:gd name="connsiteX4" fmla="*/ 104403 w 208898"/>
                <a:gd name="connsiteY4" fmla="*/ 0 h 211495"/>
                <a:gd name="connsiteX5" fmla="*/ 178284 w 208898"/>
                <a:gd name="connsiteY5" fmla="*/ 31035 h 211495"/>
                <a:gd name="connsiteX6" fmla="*/ 208898 w 208898"/>
                <a:gd name="connsiteY6" fmla="*/ 105731 h 211495"/>
                <a:gd name="connsiteX7" fmla="*/ 178453 w 208898"/>
                <a:gd name="connsiteY7" fmla="*/ 180291 h 211495"/>
                <a:gd name="connsiteX8" fmla="*/ 104442 w 208898"/>
                <a:gd name="connsiteY8" fmla="*/ 211495 h 211495"/>
                <a:gd name="connsiteX9" fmla="*/ 104362 w 208898"/>
                <a:gd name="connsiteY9" fmla="*/ 211495 h 211495"/>
                <a:gd name="connsiteX10" fmla="*/ 104468 w 208898"/>
                <a:gd name="connsiteY10" fmla="*/ 11858 h 211495"/>
                <a:gd name="connsiteX11" fmla="*/ 38918 w 208898"/>
                <a:gd name="connsiteY11" fmla="*/ 39505 h 211495"/>
                <a:gd name="connsiteX12" fmla="*/ 11861 w 208898"/>
                <a:gd name="connsiteY12" fmla="*/ 105782 h 211495"/>
                <a:gd name="connsiteX13" fmla="*/ 39001 w 208898"/>
                <a:gd name="connsiteY13" fmla="*/ 172145 h 211495"/>
                <a:gd name="connsiteX14" fmla="*/ 104365 w 208898"/>
                <a:gd name="connsiteY14" fmla="*/ 199634 h 211495"/>
                <a:gd name="connsiteX15" fmla="*/ 104365 w 208898"/>
                <a:gd name="connsiteY15" fmla="*/ 205563 h 211495"/>
                <a:gd name="connsiteX16" fmla="*/ 104442 w 208898"/>
                <a:gd name="connsiteY16" fmla="*/ 199634 h 211495"/>
                <a:gd name="connsiteX17" fmla="*/ 170001 w 208898"/>
                <a:gd name="connsiteY17" fmla="*/ 171973 h 211495"/>
                <a:gd name="connsiteX18" fmla="*/ 197043 w 208898"/>
                <a:gd name="connsiteY18" fmla="*/ 105734 h 211495"/>
                <a:gd name="connsiteX19" fmla="*/ 169844 w 208898"/>
                <a:gd name="connsiteY19" fmla="*/ 39359 h 211495"/>
                <a:gd name="connsiteX20" fmla="*/ 104468 w 208898"/>
                <a:gd name="connsiteY20" fmla="*/ 11858 h 21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8898" h="211495">
                  <a:moveTo>
                    <a:pt x="104362" y="211495"/>
                  </a:moveTo>
                  <a:cubicBezTo>
                    <a:pt x="76504" y="211495"/>
                    <a:pt x="50292" y="200479"/>
                    <a:pt x="30558" y="180475"/>
                  </a:cubicBezTo>
                  <a:cubicBezTo>
                    <a:pt x="10844" y="160491"/>
                    <a:pt x="-9" y="133965"/>
                    <a:pt x="0" y="105782"/>
                  </a:cubicBezTo>
                  <a:cubicBezTo>
                    <a:pt x="-3" y="77652"/>
                    <a:pt x="10814" y="51161"/>
                    <a:pt x="30457" y="31192"/>
                  </a:cubicBezTo>
                  <a:cubicBezTo>
                    <a:pt x="50198" y="11093"/>
                    <a:pt x="76460" y="12"/>
                    <a:pt x="104403" y="0"/>
                  </a:cubicBezTo>
                  <a:cubicBezTo>
                    <a:pt x="132343" y="0"/>
                    <a:pt x="158558" y="11022"/>
                    <a:pt x="178284" y="31035"/>
                  </a:cubicBezTo>
                  <a:cubicBezTo>
                    <a:pt x="198004" y="50986"/>
                    <a:pt x="208881" y="77518"/>
                    <a:pt x="208898" y="105731"/>
                  </a:cubicBezTo>
                  <a:cubicBezTo>
                    <a:pt x="208910" y="133852"/>
                    <a:pt x="198096" y="160331"/>
                    <a:pt x="178453" y="180291"/>
                  </a:cubicBezTo>
                  <a:cubicBezTo>
                    <a:pt x="158683" y="200408"/>
                    <a:pt x="132400" y="211492"/>
                    <a:pt x="104442" y="211495"/>
                  </a:cubicBezTo>
                  <a:lnTo>
                    <a:pt x="104362" y="211495"/>
                  </a:lnTo>
                  <a:close/>
                  <a:moveTo>
                    <a:pt x="104468" y="11858"/>
                  </a:moveTo>
                  <a:cubicBezTo>
                    <a:pt x="79673" y="11870"/>
                    <a:pt x="56414" y="21688"/>
                    <a:pt x="38918" y="39505"/>
                  </a:cubicBezTo>
                  <a:cubicBezTo>
                    <a:pt x="21466" y="57244"/>
                    <a:pt x="11858" y="80779"/>
                    <a:pt x="11861" y="105782"/>
                  </a:cubicBezTo>
                  <a:cubicBezTo>
                    <a:pt x="11855" y="130829"/>
                    <a:pt x="21493" y="154393"/>
                    <a:pt x="39001" y="172145"/>
                  </a:cubicBezTo>
                  <a:cubicBezTo>
                    <a:pt x="56488" y="189872"/>
                    <a:pt x="79703" y="199634"/>
                    <a:pt x="104365" y="199634"/>
                  </a:cubicBezTo>
                  <a:lnTo>
                    <a:pt x="104365" y="205563"/>
                  </a:lnTo>
                  <a:lnTo>
                    <a:pt x="104442" y="199634"/>
                  </a:lnTo>
                  <a:cubicBezTo>
                    <a:pt x="129198" y="199631"/>
                    <a:pt x="152478" y="189810"/>
                    <a:pt x="170001" y="171973"/>
                  </a:cubicBezTo>
                  <a:cubicBezTo>
                    <a:pt x="187453" y="154245"/>
                    <a:pt x="197055" y="130722"/>
                    <a:pt x="197043" y="105734"/>
                  </a:cubicBezTo>
                  <a:cubicBezTo>
                    <a:pt x="197026" y="80661"/>
                    <a:pt x="187367" y="57087"/>
                    <a:pt x="169844" y="39359"/>
                  </a:cubicBezTo>
                  <a:cubicBezTo>
                    <a:pt x="152360" y="21626"/>
                    <a:pt x="129142" y="11858"/>
                    <a:pt x="104468" y="11858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0" name="자유형: 도형 73">
              <a:extLst>
                <a:ext uri="{FF2B5EF4-FFF2-40B4-BE49-F238E27FC236}">
                  <a16:creationId xmlns:a16="http://schemas.microsoft.com/office/drawing/2014/main" id="{0EEB3E92-6F66-4CBE-B052-7C2782BAC688}"/>
                </a:ext>
              </a:extLst>
            </p:cNvPr>
            <p:cNvSpPr/>
            <p:nvPr/>
          </p:nvSpPr>
          <p:spPr>
            <a:xfrm>
              <a:off x="4362649" y="4494538"/>
              <a:ext cx="67916" cy="68799"/>
            </a:xfrm>
            <a:custGeom>
              <a:avLst/>
              <a:gdLst>
                <a:gd name="connsiteX0" fmla="*/ 11858 w 67916"/>
                <a:gd name="connsiteY0" fmla="*/ 68800 h 68799"/>
                <a:gd name="connsiteX1" fmla="*/ 0 w 67916"/>
                <a:gd name="connsiteY1" fmla="*/ 68797 h 68799"/>
                <a:gd name="connsiteX2" fmla="*/ 19797 w 67916"/>
                <a:gd name="connsiteY2" fmla="*/ 20295 h 68799"/>
                <a:gd name="connsiteX3" fmla="*/ 67916 w 67916"/>
                <a:gd name="connsiteY3" fmla="*/ 0 h 68799"/>
                <a:gd name="connsiteX4" fmla="*/ 67916 w 67916"/>
                <a:gd name="connsiteY4" fmla="*/ 11858 h 68799"/>
                <a:gd name="connsiteX5" fmla="*/ 28254 w 67916"/>
                <a:gd name="connsiteY5" fmla="*/ 28604 h 68799"/>
                <a:gd name="connsiteX6" fmla="*/ 11858 w 67916"/>
                <a:gd name="connsiteY6" fmla="*/ 68800 h 6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916" h="68799">
                  <a:moveTo>
                    <a:pt x="11858" y="68800"/>
                  </a:moveTo>
                  <a:lnTo>
                    <a:pt x="0" y="68797"/>
                  </a:lnTo>
                  <a:cubicBezTo>
                    <a:pt x="3" y="50515"/>
                    <a:pt x="7035" y="33288"/>
                    <a:pt x="19797" y="20295"/>
                  </a:cubicBezTo>
                  <a:cubicBezTo>
                    <a:pt x="32660" y="7207"/>
                    <a:pt x="49750" y="0"/>
                    <a:pt x="67916" y="0"/>
                  </a:cubicBezTo>
                  <a:lnTo>
                    <a:pt x="67916" y="11858"/>
                  </a:lnTo>
                  <a:cubicBezTo>
                    <a:pt x="52955" y="11858"/>
                    <a:pt x="38870" y="17805"/>
                    <a:pt x="28254" y="28604"/>
                  </a:cubicBezTo>
                  <a:cubicBezTo>
                    <a:pt x="17683" y="39368"/>
                    <a:pt x="11861" y="53642"/>
                    <a:pt x="11858" y="6880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2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81" name="그래픽 103">
              <a:extLst>
                <a:ext uri="{FF2B5EF4-FFF2-40B4-BE49-F238E27FC236}">
                  <a16:creationId xmlns:a16="http://schemas.microsoft.com/office/drawing/2014/main" id="{858D65C6-C1A8-4E0C-BFC6-089ED955F27C}"/>
                </a:ext>
              </a:extLst>
            </p:cNvPr>
            <p:cNvGrpSpPr/>
            <p:nvPr/>
          </p:nvGrpSpPr>
          <p:grpSpPr>
            <a:xfrm>
              <a:off x="4291546" y="4424992"/>
              <a:ext cx="377049" cy="379454"/>
              <a:chOff x="4291546" y="4424992"/>
              <a:chExt cx="377049" cy="379454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82" name="자유형: 도형 78">
                <a:extLst>
                  <a:ext uri="{FF2B5EF4-FFF2-40B4-BE49-F238E27FC236}">
                    <a16:creationId xmlns:a16="http://schemas.microsoft.com/office/drawing/2014/main" id="{4FC43989-84FF-4CB7-BF52-40FEC3C69980}"/>
                  </a:ext>
                </a:extLst>
              </p:cNvPr>
              <p:cNvSpPr/>
              <p:nvPr/>
            </p:nvSpPr>
            <p:spPr>
              <a:xfrm>
                <a:off x="4291546" y="4424992"/>
                <a:ext cx="2964" cy="2964"/>
              </a:xfrm>
              <a:custGeom>
                <a:avLst/>
                <a:gdLst/>
                <a:ahLst/>
                <a:cxnLst/>
                <a:rect l="l" t="t" r="r" b="b"/>
                <a:pathLst>
                  <a:path w="2964" h="2964"/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3" name="자유형: 도형 80">
                <a:extLst>
                  <a:ext uri="{FF2B5EF4-FFF2-40B4-BE49-F238E27FC236}">
                    <a16:creationId xmlns:a16="http://schemas.microsoft.com/office/drawing/2014/main" id="{1E76B3DA-25FD-4F4A-81AD-7217E38C7299}"/>
                  </a:ext>
                </a:extLst>
              </p:cNvPr>
              <p:cNvSpPr/>
              <p:nvPr/>
            </p:nvSpPr>
            <p:spPr>
              <a:xfrm>
                <a:off x="4522304" y="4656292"/>
                <a:ext cx="146290" cy="148153"/>
              </a:xfrm>
              <a:custGeom>
                <a:avLst/>
                <a:gdLst>
                  <a:gd name="connsiteX0" fmla="*/ 107851 w 146290"/>
                  <a:gd name="connsiteY0" fmla="*/ 148153 h 148153"/>
                  <a:gd name="connsiteX1" fmla="*/ 92922 w 146290"/>
                  <a:gd name="connsiteY1" fmla="*/ 145085 h 148153"/>
                  <a:gd name="connsiteX2" fmla="*/ 91831 w 146290"/>
                  <a:gd name="connsiteY2" fmla="*/ 144628 h 148153"/>
                  <a:gd name="connsiteX3" fmla="*/ 0 w 146290"/>
                  <a:gd name="connsiteY3" fmla="*/ 51561 h 148153"/>
                  <a:gd name="connsiteX4" fmla="*/ 50891 w 146290"/>
                  <a:gd name="connsiteY4" fmla="*/ 0 h 148153"/>
                  <a:gd name="connsiteX5" fmla="*/ 142826 w 146290"/>
                  <a:gd name="connsiteY5" fmla="*/ 93153 h 148153"/>
                  <a:gd name="connsiteX6" fmla="*/ 143271 w 146290"/>
                  <a:gd name="connsiteY6" fmla="*/ 94238 h 148153"/>
                  <a:gd name="connsiteX7" fmla="*/ 139654 w 146290"/>
                  <a:gd name="connsiteY7" fmla="*/ 130849 h 148153"/>
                  <a:gd name="connsiteX8" fmla="*/ 107851 w 146290"/>
                  <a:gd name="connsiteY8" fmla="*/ 148153 h 148153"/>
                  <a:gd name="connsiteX9" fmla="*/ 98563 w 146290"/>
                  <a:gd name="connsiteY9" fmla="*/ 134570 h 148153"/>
                  <a:gd name="connsiteX10" fmla="*/ 129812 w 146290"/>
                  <a:gd name="connsiteY10" fmla="*/ 124239 h 148153"/>
                  <a:gd name="connsiteX11" fmla="*/ 132699 w 146290"/>
                  <a:gd name="connsiteY11" fmla="*/ 99773 h 148153"/>
                  <a:gd name="connsiteX12" fmla="*/ 50891 w 146290"/>
                  <a:gd name="connsiteY12" fmla="*/ 16883 h 148153"/>
                  <a:gd name="connsiteX13" fmla="*/ 16657 w 146290"/>
                  <a:gd name="connsiteY13" fmla="*/ 51561 h 148153"/>
                  <a:gd name="connsiteX14" fmla="*/ 98563 w 146290"/>
                  <a:gd name="connsiteY14" fmla="*/ 134570 h 14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6290" h="148153">
                    <a:moveTo>
                      <a:pt x="107851" y="148153"/>
                    </a:moveTo>
                    <a:cubicBezTo>
                      <a:pt x="102793" y="148153"/>
                      <a:pt x="97772" y="147118"/>
                      <a:pt x="92922" y="145085"/>
                    </a:cubicBezTo>
                    <a:lnTo>
                      <a:pt x="91831" y="144628"/>
                    </a:lnTo>
                    <a:lnTo>
                      <a:pt x="0" y="51561"/>
                    </a:lnTo>
                    <a:lnTo>
                      <a:pt x="50891" y="0"/>
                    </a:lnTo>
                    <a:lnTo>
                      <a:pt x="142826" y="93153"/>
                    </a:lnTo>
                    <a:lnTo>
                      <a:pt x="143271" y="94238"/>
                    </a:lnTo>
                    <a:cubicBezTo>
                      <a:pt x="148313" y="106573"/>
                      <a:pt x="146997" y="119919"/>
                      <a:pt x="139654" y="130849"/>
                    </a:cubicBezTo>
                    <a:cubicBezTo>
                      <a:pt x="132379" y="141685"/>
                      <a:pt x="120488" y="148153"/>
                      <a:pt x="107851" y="148153"/>
                    </a:cubicBezTo>
                    <a:close/>
                    <a:moveTo>
                      <a:pt x="98563" y="134570"/>
                    </a:moveTo>
                    <a:cubicBezTo>
                      <a:pt x="110125" y="138907"/>
                      <a:pt x="122922" y="134496"/>
                      <a:pt x="129812" y="124239"/>
                    </a:cubicBezTo>
                    <a:cubicBezTo>
                      <a:pt x="134706" y="116952"/>
                      <a:pt x="135738" y="108094"/>
                      <a:pt x="132699" y="99773"/>
                    </a:cubicBezTo>
                    <a:lnTo>
                      <a:pt x="50891" y="16883"/>
                    </a:lnTo>
                    <a:lnTo>
                      <a:pt x="16657" y="51561"/>
                    </a:lnTo>
                    <a:lnTo>
                      <a:pt x="98563" y="13457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640039E5-416A-4F75-966F-E14379FCC493}"/>
                  </a:ext>
                </a:extLst>
              </p:cNvPr>
              <p:cNvSpPr/>
              <p:nvPr/>
            </p:nvSpPr>
            <p:spPr>
              <a:xfrm rot="2676178">
                <a:off x="4570147" y="4687396"/>
                <a:ext cx="11858" cy="46774"/>
              </a:xfrm>
              <a:custGeom>
                <a:avLst/>
                <a:gdLst>
                  <a:gd name="connsiteX0" fmla="*/ 0 w 11858"/>
                  <a:gd name="connsiteY0" fmla="*/ 0 h 46774"/>
                  <a:gd name="connsiteX1" fmla="*/ 11858 w 11858"/>
                  <a:gd name="connsiteY1" fmla="*/ 0 h 46774"/>
                  <a:gd name="connsiteX2" fmla="*/ 11858 w 11858"/>
                  <a:gd name="connsiteY2" fmla="*/ 46774 h 46774"/>
                  <a:gd name="connsiteX3" fmla="*/ 0 w 11858"/>
                  <a:gd name="connsiteY3" fmla="*/ 46774 h 4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58" h="46774">
                    <a:moveTo>
                      <a:pt x="0" y="0"/>
                    </a:moveTo>
                    <a:lnTo>
                      <a:pt x="11858" y="0"/>
                    </a:lnTo>
                    <a:lnTo>
                      <a:pt x="11858" y="46774"/>
                    </a:lnTo>
                    <a:lnTo>
                      <a:pt x="0" y="467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5" name="자유형: 도형 85">
                <a:extLst>
                  <a:ext uri="{FF2B5EF4-FFF2-40B4-BE49-F238E27FC236}">
                    <a16:creationId xmlns:a16="http://schemas.microsoft.com/office/drawing/2014/main" id="{A14900E8-9F8A-4D16-8D80-4E87E3D4AB34}"/>
                  </a:ext>
                </a:extLst>
              </p:cNvPr>
              <p:cNvSpPr/>
              <p:nvPr/>
            </p:nvSpPr>
            <p:spPr>
              <a:xfrm rot="2723336">
                <a:off x="4520709" y="4665489"/>
                <a:ext cx="33018" cy="11858"/>
              </a:xfrm>
              <a:custGeom>
                <a:avLst/>
                <a:gdLst>
                  <a:gd name="connsiteX0" fmla="*/ 0 w 33018"/>
                  <a:gd name="connsiteY0" fmla="*/ 0 h 11858"/>
                  <a:gd name="connsiteX1" fmla="*/ 33019 w 33018"/>
                  <a:gd name="connsiteY1" fmla="*/ 0 h 11858"/>
                  <a:gd name="connsiteX2" fmla="*/ 33019 w 33018"/>
                  <a:gd name="connsiteY2" fmla="*/ 11858 h 11858"/>
                  <a:gd name="connsiteX3" fmla="*/ 0 w 33018"/>
                  <a:gd name="connsiteY3" fmla="*/ 11858 h 1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18" h="11858">
                    <a:moveTo>
                      <a:pt x="0" y="0"/>
                    </a:moveTo>
                    <a:lnTo>
                      <a:pt x="33019" y="0"/>
                    </a:lnTo>
                    <a:lnTo>
                      <a:pt x="33019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86" name="눈물 방울 85">
            <a:extLst>
              <a:ext uri="{FF2B5EF4-FFF2-40B4-BE49-F238E27FC236}">
                <a16:creationId xmlns:a16="http://schemas.microsoft.com/office/drawing/2014/main" id="{9A2F672D-271D-4CAA-99CC-7EE54892881E}"/>
              </a:ext>
            </a:extLst>
          </p:cNvPr>
          <p:cNvSpPr/>
          <p:nvPr/>
        </p:nvSpPr>
        <p:spPr>
          <a:xfrm rot="8100000">
            <a:off x="6156163" y="4189591"/>
            <a:ext cx="850256" cy="850256"/>
          </a:xfrm>
          <a:prstGeom prst="teardrop">
            <a:avLst/>
          </a:prstGeom>
          <a:solidFill>
            <a:srgbClr val="005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2C848B6C-F1A1-488F-B829-B30618E12A9C}"/>
              </a:ext>
            </a:extLst>
          </p:cNvPr>
          <p:cNvSpPr/>
          <p:nvPr/>
        </p:nvSpPr>
        <p:spPr>
          <a:xfrm>
            <a:off x="6246701" y="4280129"/>
            <a:ext cx="669180" cy="669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88" name="그래픽 108">
            <a:extLst>
              <a:ext uri="{FF2B5EF4-FFF2-40B4-BE49-F238E27FC236}">
                <a16:creationId xmlns:a16="http://schemas.microsoft.com/office/drawing/2014/main" id="{06E3193B-B3EF-4AE5-B04A-0FF4AE60FF8F}"/>
              </a:ext>
            </a:extLst>
          </p:cNvPr>
          <p:cNvGrpSpPr/>
          <p:nvPr/>
        </p:nvGrpSpPr>
        <p:grpSpPr>
          <a:xfrm>
            <a:off x="6391564" y="4465151"/>
            <a:ext cx="379454" cy="299134"/>
            <a:chOff x="6391564" y="4465151"/>
            <a:chExt cx="379454" cy="299134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89" name="그래픽 108">
              <a:extLst>
                <a:ext uri="{FF2B5EF4-FFF2-40B4-BE49-F238E27FC236}">
                  <a16:creationId xmlns:a16="http://schemas.microsoft.com/office/drawing/2014/main" id="{A3BD382C-8175-4606-A1AC-872B28168E28}"/>
                </a:ext>
              </a:extLst>
            </p:cNvPr>
            <p:cNvGrpSpPr/>
            <p:nvPr/>
          </p:nvGrpSpPr>
          <p:grpSpPr>
            <a:xfrm>
              <a:off x="6391564" y="4535641"/>
              <a:ext cx="379454" cy="228644"/>
              <a:chOff x="6391564" y="4535641"/>
              <a:chExt cx="379454" cy="228644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6" name="자유형: 도형 93">
                <a:extLst>
                  <a:ext uri="{FF2B5EF4-FFF2-40B4-BE49-F238E27FC236}">
                    <a16:creationId xmlns:a16="http://schemas.microsoft.com/office/drawing/2014/main" id="{A26AEB62-9A67-4260-B48E-C64C780633CD}"/>
                  </a:ext>
                </a:extLst>
              </p:cNvPr>
              <p:cNvSpPr/>
              <p:nvPr/>
            </p:nvSpPr>
            <p:spPr>
              <a:xfrm>
                <a:off x="6716963" y="4642273"/>
                <a:ext cx="11857" cy="89933"/>
              </a:xfrm>
              <a:custGeom>
                <a:avLst/>
                <a:gdLst>
                  <a:gd name="connsiteX0" fmla="*/ 0 w 11857"/>
                  <a:gd name="connsiteY0" fmla="*/ 0 h 89933"/>
                  <a:gd name="connsiteX1" fmla="*/ 11858 w 11857"/>
                  <a:gd name="connsiteY1" fmla="*/ 0 h 89933"/>
                  <a:gd name="connsiteX2" fmla="*/ 11858 w 11857"/>
                  <a:gd name="connsiteY2" fmla="*/ 89934 h 89933"/>
                  <a:gd name="connsiteX3" fmla="*/ 0 w 11857"/>
                  <a:gd name="connsiteY3" fmla="*/ 89934 h 8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57" h="89933">
                    <a:moveTo>
                      <a:pt x="0" y="0"/>
                    </a:moveTo>
                    <a:lnTo>
                      <a:pt x="11858" y="0"/>
                    </a:lnTo>
                    <a:lnTo>
                      <a:pt x="11858" y="89934"/>
                    </a:lnTo>
                    <a:lnTo>
                      <a:pt x="0" y="8993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7" name="자유형: 도형 94">
                <a:extLst>
                  <a:ext uri="{FF2B5EF4-FFF2-40B4-BE49-F238E27FC236}">
                    <a16:creationId xmlns:a16="http://schemas.microsoft.com/office/drawing/2014/main" id="{519DB9EB-E37D-430D-A4AE-16AD24AE10DC}"/>
                  </a:ext>
                </a:extLst>
              </p:cNvPr>
              <p:cNvSpPr/>
              <p:nvPr/>
            </p:nvSpPr>
            <p:spPr>
              <a:xfrm>
                <a:off x="6433751" y="4535641"/>
                <a:ext cx="72745" cy="196566"/>
              </a:xfrm>
              <a:custGeom>
                <a:avLst/>
                <a:gdLst>
                  <a:gd name="connsiteX0" fmla="*/ 11858 w 72745"/>
                  <a:gd name="connsiteY0" fmla="*/ 196566 h 196566"/>
                  <a:gd name="connsiteX1" fmla="*/ 0 w 72745"/>
                  <a:gd name="connsiteY1" fmla="*/ 196566 h 196566"/>
                  <a:gd name="connsiteX2" fmla="*/ 0 w 72745"/>
                  <a:gd name="connsiteY2" fmla="*/ 15673 h 196566"/>
                  <a:gd name="connsiteX3" fmla="*/ 15602 w 72745"/>
                  <a:gd name="connsiteY3" fmla="*/ 0 h 196566"/>
                  <a:gd name="connsiteX4" fmla="*/ 72745 w 72745"/>
                  <a:gd name="connsiteY4" fmla="*/ 0 h 196566"/>
                  <a:gd name="connsiteX5" fmla="*/ 72745 w 72745"/>
                  <a:gd name="connsiteY5" fmla="*/ 11858 h 196566"/>
                  <a:gd name="connsiteX6" fmla="*/ 15605 w 72745"/>
                  <a:gd name="connsiteY6" fmla="*/ 11858 h 196566"/>
                  <a:gd name="connsiteX7" fmla="*/ 11861 w 72745"/>
                  <a:gd name="connsiteY7" fmla="*/ 15673 h 196566"/>
                  <a:gd name="connsiteX8" fmla="*/ 11861 w 72745"/>
                  <a:gd name="connsiteY8" fmla="*/ 196566 h 196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745" h="196566">
                    <a:moveTo>
                      <a:pt x="11858" y="196566"/>
                    </a:moveTo>
                    <a:lnTo>
                      <a:pt x="0" y="196566"/>
                    </a:lnTo>
                    <a:lnTo>
                      <a:pt x="0" y="15673"/>
                    </a:lnTo>
                    <a:cubicBezTo>
                      <a:pt x="0" y="7032"/>
                      <a:pt x="6999" y="0"/>
                      <a:pt x="15602" y="0"/>
                    </a:cubicBezTo>
                    <a:lnTo>
                      <a:pt x="72745" y="0"/>
                    </a:lnTo>
                    <a:lnTo>
                      <a:pt x="72745" y="11858"/>
                    </a:lnTo>
                    <a:lnTo>
                      <a:pt x="15605" y="11858"/>
                    </a:lnTo>
                    <a:cubicBezTo>
                      <a:pt x="13542" y="11858"/>
                      <a:pt x="11861" y="13568"/>
                      <a:pt x="11861" y="15673"/>
                    </a:cubicBezTo>
                    <a:lnTo>
                      <a:pt x="11861" y="196566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8" name="자유형: 도형 95">
                <a:extLst>
                  <a:ext uri="{FF2B5EF4-FFF2-40B4-BE49-F238E27FC236}">
                    <a16:creationId xmlns:a16="http://schemas.microsoft.com/office/drawing/2014/main" id="{90FBEC1C-4D25-4BF3-AB8E-A96451C8C4CF}"/>
                  </a:ext>
                </a:extLst>
              </p:cNvPr>
              <p:cNvSpPr/>
              <p:nvPr/>
            </p:nvSpPr>
            <p:spPr>
              <a:xfrm>
                <a:off x="6464564" y="4698341"/>
                <a:ext cx="233453" cy="11857"/>
              </a:xfrm>
              <a:custGeom>
                <a:avLst/>
                <a:gdLst>
                  <a:gd name="connsiteX0" fmla="*/ 0 w 233453"/>
                  <a:gd name="connsiteY0" fmla="*/ 0 h 11857"/>
                  <a:gd name="connsiteX1" fmla="*/ 233453 w 233453"/>
                  <a:gd name="connsiteY1" fmla="*/ 0 h 11857"/>
                  <a:gd name="connsiteX2" fmla="*/ 233453 w 233453"/>
                  <a:gd name="connsiteY2" fmla="*/ 11858 h 11857"/>
                  <a:gd name="connsiteX3" fmla="*/ 0 w 233453"/>
                  <a:gd name="connsiteY3" fmla="*/ 11858 h 11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453" h="11857">
                    <a:moveTo>
                      <a:pt x="0" y="0"/>
                    </a:moveTo>
                    <a:lnTo>
                      <a:pt x="233453" y="0"/>
                    </a:lnTo>
                    <a:lnTo>
                      <a:pt x="233453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자유형: 도형 96">
                <a:extLst>
                  <a:ext uri="{FF2B5EF4-FFF2-40B4-BE49-F238E27FC236}">
                    <a16:creationId xmlns:a16="http://schemas.microsoft.com/office/drawing/2014/main" id="{A38AB72B-F094-4060-A7C8-A993934DA41E}"/>
                  </a:ext>
                </a:extLst>
              </p:cNvPr>
              <p:cNvSpPr/>
              <p:nvPr/>
            </p:nvSpPr>
            <p:spPr>
              <a:xfrm>
                <a:off x="6464564" y="4563297"/>
                <a:ext cx="41929" cy="11857"/>
              </a:xfrm>
              <a:custGeom>
                <a:avLst/>
                <a:gdLst>
                  <a:gd name="connsiteX0" fmla="*/ 0 w 41929"/>
                  <a:gd name="connsiteY0" fmla="*/ 0 h 11857"/>
                  <a:gd name="connsiteX1" fmla="*/ 41930 w 41929"/>
                  <a:gd name="connsiteY1" fmla="*/ 0 h 11857"/>
                  <a:gd name="connsiteX2" fmla="*/ 41930 w 41929"/>
                  <a:gd name="connsiteY2" fmla="*/ 11858 h 11857"/>
                  <a:gd name="connsiteX3" fmla="*/ 0 w 41929"/>
                  <a:gd name="connsiteY3" fmla="*/ 11858 h 11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929" h="11857">
                    <a:moveTo>
                      <a:pt x="0" y="0"/>
                    </a:moveTo>
                    <a:lnTo>
                      <a:pt x="41930" y="0"/>
                    </a:lnTo>
                    <a:lnTo>
                      <a:pt x="41930" y="11858"/>
                    </a:lnTo>
                    <a:lnTo>
                      <a:pt x="0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00" name="자유형: 도형 97">
                <a:extLst>
                  <a:ext uri="{FF2B5EF4-FFF2-40B4-BE49-F238E27FC236}">
                    <a16:creationId xmlns:a16="http://schemas.microsoft.com/office/drawing/2014/main" id="{4439DA10-C95B-45DE-B2F9-AB7432D0D1D6}"/>
                  </a:ext>
                </a:extLst>
              </p:cNvPr>
              <p:cNvSpPr/>
              <p:nvPr/>
            </p:nvSpPr>
            <p:spPr>
              <a:xfrm>
                <a:off x="6391564" y="4725374"/>
                <a:ext cx="379454" cy="38911"/>
              </a:xfrm>
              <a:custGeom>
                <a:avLst/>
                <a:gdLst>
                  <a:gd name="connsiteX0" fmla="*/ 351481 w 379454"/>
                  <a:gd name="connsiteY0" fmla="*/ 38912 h 38911"/>
                  <a:gd name="connsiteX1" fmla="*/ 27967 w 379454"/>
                  <a:gd name="connsiteY1" fmla="*/ 38912 h 38911"/>
                  <a:gd name="connsiteX2" fmla="*/ 2366 w 379454"/>
                  <a:gd name="connsiteY2" fmla="*/ 28169 h 38911"/>
                  <a:gd name="connsiteX3" fmla="*/ 0 w 379454"/>
                  <a:gd name="connsiteY3" fmla="*/ 26390 h 38911"/>
                  <a:gd name="connsiteX4" fmla="*/ 0 w 379454"/>
                  <a:gd name="connsiteY4" fmla="*/ 0 h 38911"/>
                  <a:gd name="connsiteX5" fmla="*/ 379454 w 379454"/>
                  <a:gd name="connsiteY5" fmla="*/ 0 h 38911"/>
                  <a:gd name="connsiteX6" fmla="*/ 379454 w 379454"/>
                  <a:gd name="connsiteY6" fmla="*/ 26393 h 38911"/>
                  <a:gd name="connsiteX7" fmla="*/ 377091 w 379454"/>
                  <a:gd name="connsiteY7" fmla="*/ 28171 h 38911"/>
                  <a:gd name="connsiteX8" fmla="*/ 351481 w 379454"/>
                  <a:gd name="connsiteY8" fmla="*/ 38912 h 38911"/>
                  <a:gd name="connsiteX9" fmla="*/ 11858 w 379454"/>
                  <a:gd name="connsiteY9" fmla="*/ 20345 h 38911"/>
                  <a:gd name="connsiteX10" fmla="*/ 27967 w 379454"/>
                  <a:gd name="connsiteY10" fmla="*/ 27054 h 38911"/>
                  <a:gd name="connsiteX11" fmla="*/ 351484 w 379454"/>
                  <a:gd name="connsiteY11" fmla="*/ 27054 h 38911"/>
                  <a:gd name="connsiteX12" fmla="*/ 367599 w 379454"/>
                  <a:gd name="connsiteY12" fmla="*/ 20345 h 38911"/>
                  <a:gd name="connsiteX13" fmla="*/ 367599 w 379454"/>
                  <a:gd name="connsiteY13" fmla="*/ 11855 h 38911"/>
                  <a:gd name="connsiteX14" fmla="*/ 11858 w 379454"/>
                  <a:gd name="connsiteY14" fmla="*/ 11855 h 38911"/>
                  <a:gd name="connsiteX15" fmla="*/ 11858 w 379454"/>
                  <a:gd name="connsiteY15" fmla="*/ 20345 h 38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9454" h="38911">
                    <a:moveTo>
                      <a:pt x="351481" y="38912"/>
                    </a:moveTo>
                    <a:lnTo>
                      <a:pt x="27967" y="38912"/>
                    </a:lnTo>
                    <a:cubicBezTo>
                      <a:pt x="16966" y="38912"/>
                      <a:pt x="3827" y="29268"/>
                      <a:pt x="2366" y="28169"/>
                    </a:cubicBezTo>
                    <a:lnTo>
                      <a:pt x="0" y="26390"/>
                    </a:lnTo>
                    <a:lnTo>
                      <a:pt x="0" y="0"/>
                    </a:lnTo>
                    <a:lnTo>
                      <a:pt x="379454" y="0"/>
                    </a:lnTo>
                    <a:lnTo>
                      <a:pt x="379454" y="26393"/>
                    </a:lnTo>
                    <a:lnTo>
                      <a:pt x="377091" y="28171"/>
                    </a:lnTo>
                    <a:cubicBezTo>
                      <a:pt x="375627" y="29268"/>
                      <a:pt x="362476" y="38912"/>
                      <a:pt x="351481" y="38912"/>
                    </a:cubicBezTo>
                    <a:close/>
                    <a:moveTo>
                      <a:pt x="11858" y="20345"/>
                    </a:moveTo>
                    <a:cubicBezTo>
                      <a:pt x="16524" y="23422"/>
                      <a:pt x="23488" y="27054"/>
                      <a:pt x="27967" y="27054"/>
                    </a:cubicBezTo>
                    <a:lnTo>
                      <a:pt x="351484" y="27054"/>
                    </a:lnTo>
                    <a:cubicBezTo>
                      <a:pt x="355960" y="27054"/>
                      <a:pt x="362924" y="23422"/>
                      <a:pt x="367599" y="20345"/>
                    </a:cubicBezTo>
                    <a:lnTo>
                      <a:pt x="367599" y="11855"/>
                    </a:lnTo>
                    <a:lnTo>
                      <a:pt x="11858" y="11855"/>
                    </a:lnTo>
                    <a:lnTo>
                      <a:pt x="11858" y="20345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90" name="그래픽 108">
              <a:extLst>
                <a:ext uri="{FF2B5EF4-FFF2-40B4-BE49-F238E27FC236}">
                  <a16:creationId xmlns:a16="http://schemas.microsoft.com/office/drawing/2014/main" id="{275A1CC2-4893-4F97-9CF7-69BF9852EBF7}"/>
                </a:ext>
              </a:extLst>
            </p:cNvPr>
            <p:cNvGrpSpPr/>
            <p:nvPr/>
          </p:nvGrpSpPr>
          <p:grpSpPr>
            <a:xfrm>
              <a:off x="6525938" y="4465151"/>
              <a:ext cx="245076" cy="198650"/>
              <a:chOff x="6525938" y="4465151"/>
              <a:chExt cx="245076" cy="19865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1" name="자유형: 도형 99">
                <a:extLst>
                  <a:ext uri="{FF2B5EF4-FFF2-40B4-BE49-F238E27FC236}">
                    <a16:creationId xmlns:a16="http://schemas.microsoft.com/office/drawing/2014/main" id="{3B3E76D4-9217-4150-B68B-5DFEF9E6DFCF}"/>
                  </a:ext>
                </a:extLst>
              </p:cNvPr>
              <p:cNvSpPr/>
              <p:nvPr/>
            </p:nvSpPr>
            <p:spPr>
              <a:xfrm>
                <a:off x="6525938" y="4465151"/>
                <a:ext cx="245076" cy="198650"/>
              </a:xfrm>
              <a:custGeom>
                <a:avLst/>
                <a:gdLst>
                  <a:gd name="connsiteX0" fmla="*/ 122540 w 245076"/>
                  <a:gd name="connsiteY0" fmla="*/ 198650 h 198650"/>
                  <a:gd name="connsiteX1" fmla="*/ 100330 w 245076"/>
                  <a:gd name="connsiteY1" fmla="*/ 156869 h 198650"/>
                  <a:gd name="connsiteX2" fmla="*/ 17001 w 245076"/>
                  <a:gd name="connsiteY2" fmla="*/ 156869 h 198650"/>
                  <a:gd name="connsiteX3" fmla="*/ 0 w 245076"/>
                  <a:gd name="connsiteY3" fmla="*/ 138050 h 198650"/>
                  <a:gd name="connsiteX4" fmla="*/ 0 w 245076"/>
                  <a:gd name="connsiteY4" fmla="*/ 18833 h 198650"/>
                  <a:gd name="connsiteX5" fmla="*/ 17001 w 245076"/>
                  <a:gd name="connsiteY5" fmla="*/ 0 h 198650"/>
                  <a:gd name="connsiteX6" fmla="*/ 228055 w 245076"/>
                  <a:gd name="connsiteY6" fmla="*/ 0 h 198650"/>
                  <a:gd name="connsiteX7" fmla="*/ 245077 w 245076"/>
                  <a:gd name="connsiteY7" fmla="*/ 18830 h 198650"/>
                  <a:gd name="connsiteX8" fmla="*/ 245077 w 245076"/>
                  <a:gd name="connsiteY8" fmla="*/ 138050 h 198650"/>
                  <a:gd name="connsiteX9" fmla="*/ 228055 w 245076"/>
                  <a:gd name="connsiteY9" fmla="*/ 156869 h 198650"/>
                  <a:gd name="connsiteX10" fmla="*/ 144750 w 245076"/>
                  <a:gd name="connsiteY10" fmla="*/ 156869 h 198650"/>
                  <a:gd name="connsiteX11" fmla="*/ 122540 w 245076"/>
                  <a:gd name="connsiteY11" fmla="*/ 198650 h 198650"/>
                  <a:gd name="connsiteX12" fmla="*/ 17001 w 245076"/>
                  <a:gd name="connsiteY12" fmla="*/ 11858 h 198650"/>
                  <a:gd name="connsiteX13" fmla="*/ 11858 w 245076"/>
                  <a:gd name="connsiteY13" fmla="*/ 18833 h 198650"/>
                  <a:gd name="connsiteX14" fmla="*/ 11858 w 245076"/>
                  <a:gd name="connsiteY14" fmla="*/ 138050 h 198650"/>
                  <a:gd name="connsiteX15" fmla="*/ 17001 w 245076"/>
                  <a:gd name="connsiteY15" fmla="*/ 145011 h 198650"/>
                  <a:gd name="connsiteX16" fmla="*/ 107457 w 245076"/>
                  <a:gd name="connsiteY16" fmla="*/ 145011 h 198650"/>
                  <a:gd name="connsiteX17" fmla="*/ 122540 w 245076"/>
                  <a:gd name="connsiteY17" fmla="*/ 173387 h 198650"/>
                  <a:gd name="connsiteX18" fmla="*/ 137629 w 245076"/>
                  <a:gd name="connsiteY18" fmla="*/ 145011 h 198650"/>
                  <a:gd name="connsiteX19" fmla="*/ 228058 w 245076"/>
                  <a:gd name="connsiteY19" fmla="*/ 145011 h 198650"/>
                  <a:gd name="connsiteX20" fmla="*/ 233222 w 245076"/>
                  <a:gd name="connsiteY20" fmla="*/ 138050 h 198650"/>
                  <a:gd name="connsiteX21" fmla="*/ 233222 w 245076"/>
                  <a:gd name="connsiteY21" fmla="*/ 18830 h 198650"/>
                  <a:gd name="connsiteX22" fmla="*/ 228058 w 245076"/>
                  <a:gd name="connsiteY22" fmla="*/ 11858 h 198650"/>
                  <a:gd name="connsiteX23" fmla="*/ 17001 w 245076"/>
                  <a:gd name="connsiteY23" fmla="*/ 11858 h 19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5076" h="198650">
                    <a:moveTo>
                      <a:pt x="122540" y="198650"/>
                    </a:moveTo>
                    <a:lnTo>
                      <a:pt x="100330" y="156869"/>
                    </a:lnTo>
                    <a:lnTo>
                      <a:pt x="17001" y="156869"/>
                    </a:lnTo>
                    <a:cubicBezTo>
                      <a:pt x="7628" y="156869"/>
                      <a:pt x="0" y="148426"/>
                      <a:pt x="0" y="138050"/>
                    </a:cubicBezTo>
                    <a:lnTo>
                      <a:pt x="0" y="18833"/>
                    </a:lnTo>
                    <a:cubicBezTo>
                      <a:pt x="0" y="8449"/>
                      <a:pt x="7628" y="0"/>
                      <a:pt x="17001" y="0"/>
                    </a:cubicBezTo>
                    <a:lnTo>
                      <a:pt x="228055" y="0"/>
                    </a:lnTo>
                    <a:cubicBezTo>
                      <a:pt x="237440" y="0"/>
                      <a:pt x="245077" y="8449"/>
                      <a:pt x="245077" y="18830"/>
                    </a:cubicBezTo>
                    <a:lnTo>
                      <a:pt x="245077" y="138050"/>
                    </a:lnTo>
                    <a:cubicBezTo>
                      <a:pt x="245077" y="148426"/>
                      <a:pt x="237440" y="156869"/>
                      <a:pt x="228055" y="156869"/>
                    </a:cubicBezTo>
                    <a:lnTo>
                      <a:pt x="144750" y="156869"/>
                    </a:lnTo>
                    <a:lnTo>
                      <a:pt x="122540" y="198650"/>
                    </a:lnTo>
                    <a:close/>
                    <a:moveTo>
                      <a:pt x="17001" y="11858"/>
                    </a:moveTo>
                    <a:cubicBezTo>
                      <a:pt x="14215" y="11858"/>
                      <a:pt x="11858" y="15054"/>
                      <a:pt x="11858" y="18833"/>
                    </a:cubicBezTo>
                    <a:lnTo>
                      <a:pt x="11858" y="138050"/>
                    </a:lnTo>
                    <a:cubicBezTo>
                      <a:pt x="11858" y="141821"/>
                      <a:pt x="14212" y="145011"/>
                      <a:pt x="17001" y="145011"/>
                    </a:cubicBezTo>
                    <a:lnTo>
                      <a:pt x="107457" y="145011"/>
                    </a:lnTo>
                    <a:lnTo>
                      <a:pt x="122540" y="173387"/>
                    </a:lnTo>
                    <a:lnTo>
                      <a:pt x="137629" y="145011"/>
                    </a:lnTo>
                    <a:lnTo>
                      <a:pt x="228058" y="145011"/>
                    </a:lnTo>
                    <a:cubicBezTo>
                      <a:pt x="230853" y="145011"/>
                      <a:pt x="233222" y="141824"/>
                      <a:pt x="233222" y="138050"/>
                    </a:cubicBezTo>
                    <a:lnTo>
                      <a:pt x="233222" y="18830"/>
                    </a:lnTo>
                    <a:cubicBezTo>
                      <a:pt x="233222" y="15051"/>
                      <a:pt x="230853" y="11858"/>
                      <a:pt x="228058" y="11858"/>
                    </a:cubicBezTo>
                    <a:lnTo>
                      <a:pt x="17001" y="11858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92" name="그래픽 108">
                <a:extLst>
                  <a:ext uri="{FF2B5EF4-FFF2-40B4-BE49-F238E27FC236}">
                    <a16:creationId xmlns:a16="http://schemas.microsoft.com/office/drawing/2014/main" id="{A0432F91-0354-479D-BC52-3D0909F3A37A}"/>
                  </a:ext>
                </a:extLst>
              </p:cNvPr>
              <p:cNvGrpSpPr/>
              <p:nvPr/>
            </p:nvGrpSpPr>
            <p:grpSpPr>
              <a:xfrm>
                <a:off x="6578625" y="4522846"/>
                <a:ext cx="139698" cy="38526"/>
                <a:chOff x="6578625" y="4522846"/>
                <a:chExt cx="139698" cy="38526"/>
              </a:xfrm>
              <a:solidFill>
                <a:schemeClr val="tx1">
                  <a:lumMod val="95000"/>
                  <a:lumOff val="5000"/>
                </a:schemeClr>
              </a:solidFill>
            </p:grpSpPr>
            <p:sp>
              <p:nvSpPr>
                <p:cNvPr id="93" name="자유형: 도형 104">
                  <a:extLst>
                    <a:ext uri="{FF2B5EF4-FFF2-40B4-BE49-F238E27FC236}">
                      <a16:creationId xmlns:a16="http://schemas.microsoft.com/office/drawing/2014/main" id="{36C4B023-665D-468D-BD6E-B4775030514B}"/>
                    </a:ext>
                  </a:extLst>
                </p:cNvPr>
                <p:cNvSpPr/>
                <p:nvPr/>
              </p:nvSpPr>
              <p:spPr>
                <a:xfrm>
                  <a:off x="6578625" y="4522846"/>
                  <a:ext cx="38342" cy="38526"/>
                </a:xfrm>
                <a:custGeom>
                  <a:avLst/>
                  <a:gdLst>
                    <a:gd name="connsiteX0" fmla="*/ 19171 w 38342"/>
                    <a:gd name="connsiteY0" fmla="*/ 38526 h 38526"/>
                    <a:gd name="connsiteX1" fmla="*/ 0 w 38342"/>
                    <a:gd name="connsiteY1" fmla="*/ 19257 h 38526"/>
                    <a:gd name="connsiteX2" fmla="*/ 19171 w 38342"/>
                    <a:gd name="connsiteY2" fmla="*/ 0 h 38526"/>
                    <a:gd name="connsiteX3" fmla="*/ 38343 w 38342"/>
                    <a:gd name="connsiteY3" fmla="*/ 19257 h 38526"/>
                    <a:gd name="connsiteX4" fmla="*/ 19171 w 38342"/>
                    <a:gd name="connsiteY4" fmla="*/ 38526 h 38526"/>
                    <a:gd name="connsiteX5" fmla="*/ 19171 w 38342"/>
                    <a:gd name="connsiteY5" fmla="*/ 11858 h 38526"/>
                    <a:gd name="connsiteX6" fmla="*/ 11858 w 38342"/>
                    <a:gd name="connsiteY6" fmla="*/ 19257 h 38526"/>
                    <a:gd name="connsiteX7" fmla="*/ 19171 w 38342"/>
                    <a:gd name="connsiteY7" fmla="*/ 26669 h 38526"/>
                    <a:gd name="connsiteX8" fmla="*/ 26485 w 38342"/>
                    <a:gd name="connsiteY8" fmla="*/ 19257 h 38526"/>
                    <a:gd name="connsiteX9" fmla="*/ 19171 w 38342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2" h="38526">
                      <a:moveTo>
                        <a:pt x="19171" y="38526"/>
                      </a:moveTo>
                      <a:cubicBezTo>
                        <a:pt x="8600" y="38526"/>
                        <a:pt x="0" y="29882"/>
                        <a:pt x="0" y="19257"/>
                      </a:cubicBezTo>
                      <a:cubicBezTo>
                        <a:pt x="0" y="8639"/>
                        <a:pt x="8600" y="0"/>
                        <a:pt x="19171" y="0"/>
                      </a:cubicBezTo>
                      <a:cubicBezTo>
                        <a:pt x="29737" y="0"/>
                        <a:pt x="38343" y="8639"/>
                        <a:pt x="38343" y="19257"/>
                      </a:cubicBezTo>
                      <a:cubicBezTo>
                        <a:pt x="38343" y="29882"/>
                        <a:pt x="29740" y="38526"/>
                        <a:pt x="19171" y="38526"/>
                      </a:cubicBezTo>
                      <a:close/>
                      <a:moveTo>
                        <a:pt x="19171" y="11858"/>
                      </a:moveTo>
                      <a:cubicBezTo>
                        <a:pt x="15137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34" y="26669"/>
                        <a:pt x="19171" y="26669"/>
                      </a:cubicBezTo>
                      <a:cubicBezTo>
                        <a:pt x="23200" y="26669"/>
                        <a:pt x="26485" y="23342"/>
                        <a:pt x="26485" y="19257"/>
                      </a:cubicBezTo>
                      <a:cubicBezTo>
                        <a:pt x="26485" y="15175"/>
                        <a:pt x="23203" y="11858"/>
                        <a:pt x="19171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94" name="자유형: 도형 106">
                  <a:extLst>
                    <a:ext uri="{FF2B5EF4-FFF2-40B4-BE49-F238E27FC236}">
                      <a16:creationId xmlns:a16="http://schemas.microsoft.com/office/drawing/2014/main" id="{E1C98D05-A5E3-492A-BA56-4C2C7EA130E5}"/>
                    </a:ext>
                  </a:extLst>
                </p:cNvPr>
                <p:cNvSpPr/>
                <p:nvPr/>
              </p:nvSpPr>
              <p:spPr>
                <a:xfrm>
                  <a:off x="6629294" y="4522846"/>
                  <a:ext cx="38348" cy="38526"/>
                </a:xfrm>
                <a:custGeom>
                  <a:avLst/>
                  <a:gdLst>
                    <a:gd name="connsiteX0" fmla="*/ 19183 w 38348"/>
                    <a:gd name="connsiteY0" fmla="*/ 38526 h 38526"/>
                    <a:gd name="connsiteX1" fmla="*/ 0 w 38348"/>
                    <a:gd name="connsiteY1" fmla="*/ 19257 h 38526"/>
                    <a:gd name="connsiteX2" fmla="*/ 19183 w 38348"/>
                    <a:gd name="connsiteY2" fmla="*/ 0 h 38526"/>
                    <a:gd name="connsiteX3" fmla="*/ 38349 w 38348"/>
                    <a:gd name="connsiteY3" fmla="*/ 19257 h 38526"/>
                    <a:gd name="connsiteX4" fmla="*/ 19183 w 38348"/>
                    <a:gd name="connsiteY4" fmla="*/ 38526 h 38526"/>
                    <a:gd name="connsiteX5" fmla="*/ 19183 w 38348"/>
                    <a:gd name="connsiteY5" fmla="*/ 11858 h 38526"/>
                    <a:gd name="connsiteX6" fmla="*/ 11858 w 38348"/>
                    <a:gd name="connsiteY6" fmla="*/ 19257 h 38526"/>
                    <a:gd name="connsiteX7" fmla="*/ 19183 w 38348"/>
                    <a:gd name="connsiteY7" fmla="*/ 26669 h 38526"/>
                    <a:gd name="connsiteX8" fmla="*/ 26491 w 38348"/>
                    <a:gd name="connsiteY8" fmla="*/ 19257 h 38526"/>
                    <a:gd name="connsiteX9" fmla="*/ 19183 w 38348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8" h="38526">
                      <a:moveTo>
                        <a:pt x="19183" y="38526"/>
                      </a:moveTo>
                      <a:cubicBezTo>
                        <a:pt x="8606" y="38526"/>
                        <a:pt x="0" y="29882"/>
                        <a:pt x="0" y="19257"/>
                      </a:cubicBezTo>
                      <a:cubicBezTo>
                        <a:pt x="0" y="8639"/>
                        <a:pt x="8603" y="0"/>
                        <a:pt x="19183" y="0"/>
                      </a:cubicBezTo>
                      <a:cubicBezTo>
                        <a:pt x="29749" y="0"/>
                        <a:pt x="38349" y="8639"/>
                        <a:pt x="38349" y="19257"/>
                      </a:cubicBezTo>
                      <a:cubicBezTo>
                        <a:pt x="38349" y="29882"/>
                        <a:pt x="29752" y="38526"/>
                        <a:pt x="19183" y="38526"/>
                      </a:cubicBezTo>
                      <a:close/>
                      <a:moveTo>
                        <a:pt x="19183" y="11858"/>
                      </a:moveTo>
                      <a:cubicBezTo>
                        <a:pt x="15143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40" y="26669"/>
                        <a:pt x="19183" y="26669"/>
                      </a:cubicBezTo>
                      <a:cubicBezTo>
                        <a:pt x="23212" y="26669"/>
                        <a:pt x="26491" y="23342"/>
                        <a:pt x="26491" y="19257"/>
                      </a:cubicBezTo>
                      <a:cubicBezTo>
                        <a:pt x="26491" y="15175"/>
                        <a:pt x="23212" y="11858"/>
                        <a:pt x="19183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95" name="자유형: 도형 114">
                  <a:extLst>
                    <a:ext uri="{FF2B5EF4-FFF2-40B4-BE49-F238E27FC236}">
                      <a16:creationId xmlns:a16="http://schemas.microsoft.com/office/drawing/2014/main" id="{801857DE-5FBD-4835-B2DD-20EAB6CC7025}"/>
                    </a:ext>
                  </a:extLst>
                </p:cNvPr>
                <p:cNvSpPr/>
                <p:nvPr/>
              </p:nvSpPr>
              <p:spPr>
                <a:xfrm>
                  <a:off x="6679975" y="4522846"/>
                  <a:ext cx="38348" cy="38526"/>
                </a:xfrm>
                <a:custGeom>
                  <a:avLst/>
                  <a:gdLst>
                    <a:gd name="connsiteX0" fmla="*/ 19171 w 38348"/>
                    <a:gd name="connsiteY0" fmla="*/ 38526 h 38526"/>
                    <a:gd name="connsiteX1" fmla="*/ 0 w 38348"/>
                    <a:gd name="connsiteY1" fmla="*/ 19257 h 38526"/>
                    <a:gd name="connsiteX2" fmla="*/ 19171 w 38348"/>
                    <a:gd name="connsiteY2" fmla="*/ 0 h 38526"/>
                    <a:gd name="connsiteX3" fmla="*/ 38349 w 38348"/>
                    <a:gd name="connsiteY3" fmla="*/ 19257 h 38526"/>
                    <a:gd name="connsiteX4" fmla="*/ 19171 w 38348"/>
                    <a:gd name="connsiteY4" fmla="*/ 38526 h 38526"/>
                    <a:gd name="connsiteX5" fmla="*/ 19171 w 38348"/>
                    <a:gd name="connsiteY5" fmla="*/ 11858 h 38526"/>
                    <a:gd name="connsiteX6" fmla="*/ 11858 w 38348"/>
                    <a:gd name="connsiteY6" fmla="*/ 19257 h 38526"/>
                    <a:gd name="connsiteX7" fmla="*/ 19171 w 38348"/>
                    <a:gd name="connsiteY7" fmla="*/ 26669 h 38526"/>
                    <a:gd name="connsiteX8" fmla="*/ 26491 w 38348"/>
                    <a:gd name="connsiteY8" fmla="*/ 19257 h 38526"/>
                    <a:gd name="connsiteX9" fmla="*/ 19171 w 38348"/>
                    <a:gd name="connsiteY9" fmla="*/ 11858 h 38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348" h="38526">
                      <a:moveTo>
                        <a:pt x="19171" y="38526"/>
                      </a:moveTo>
                      <a:cubicBezTo>
                        <a:pt x="8606" y="38526"/>
                        <a:pt x="0" y="29882"/>
                        <a:pt x="0" y="19257"/>
                      </a:cubicBezTo>
                      <a:cubicBezTo>
                        <a:pt x="0" y="8639"/>
                        <a:pt x="8603" y="0"/>
                        <a:pt x="19171" y="0"/>
                      </a:cubicBezTo>
                      <a:cubicBezTo>
                        <a:pt x="29743" y="0"/>
                        <a:pt x="38349" y="8639"/>
                        <a:pt x="38349" y="19257"/>
                      </a:cubicBezTo>
                      <a:cubicBezTo>
                        <a:pt x="38349" y="29882"/>
                        <a:pt x="29743" y="38526"/>
                        <a:pt x="19171" y="38526"/>
                      </a:cubicBezTo>
                      <a:close/>
                      <a:moveTo>
                        <a:pt x="19171" y="11858"/>
                      </a:moveTo>
                      <a:cubicBezTo>
                        <a:pt x="15143" y="11858"/>
                        <a:pt x="11858" y="15178"/>
                        <a:pt x="11858" y="19257"/>
                      </a:cubicBezTo>
                      <a:cubicBezTo>
                        <a:pt x="11858" y="23342"/>
                        <a:pt x="15140" y="26669"/>
                        <a:pt x="19171" y="26669"/>
                      </a:cubicBezTo>
                      <a:cubicBezTo>
                        <a:pt x="23206" y="26669"/>
                        <a:pt x="26491" y="23342"/>
                        <a:pt x="26491" y="19257"/>
                      </a:cubicBezTo>
                      <a:cubicBezTo>
                        <a:pt x="26491" y="15175"/>
                        <a:pt x="23206" y="11858"/>
                        <a:pt x="19171" y="11858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9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A3F6915-AFFA-42A2-8A6D-E80CF1529231}"/>
              </a:ext>
            </a:extLst>
          </p:cNvPr>
          <p:cNvSpPr txBox="1"/>
          <p:nvPr/>
        </p:nvSpPr>
        <p:spPr>
          <a:xfrm>
            <a:off x="3030737" y="3350511"/>
            <a:ext cx="752129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1.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개요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58E5650-D63F-4006-BBC8-99F72031A0F8}"/>
              </a:ext>
            </a:extLst>
          </p:cNvPr>
          <p:cNvSpPr txBox="1"/>
          <p:nvPr/>
        </p:nvSpPr>
        <p:spPr>
          <a:xfrm>
            <a:off x="4703681" y="3350511"/>
            <a:ext cx="1608134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2.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제안하는 연구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7A8D6A-3C48-410C-8F56-CA5A83CC1120}"/>
              </a:ext>
            </a:extLst>
          </p:cNvPr>
          <p:cNvSpPr txBox="1"/>
          <p:nvPr/>
        </p:nvSpPr>
        <p:spPr>
          <a:xfrm>
            <a:off x="6804723" y="3350511"/>
            <a:ext cx="1611340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3.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데이터 전처리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4EB7DB-105C-44AB-8D54-8DD3CE716AD2}"/>
              </a:ext>
            </a:extLst>
          </p:cNvPr>
          <p:cNvSpPr txBox="1"/>
          <p:nvPr/>
        </p:nvSpPr>
        <p:spPr>
          <a:xfrm>
            <a:off x="8507575" y="3350511"/>
            <a:ext cx="2410917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4.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GAN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모델 설명 및 예시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CEC9F9-36F8-4415-B178-033C2EB2DAD4}"/>
              </a:ext>
            </a:extLst>
          </p:cNvPr>
          <p:cNvSpPr txBox="1"/>
          <p:nvPr/>
        </p:nvSpPr>
        <p:spPr>
          <a:xfrm>
            <a:off x="1875892" y="5554793"/>
            <a:ext cx="995465" cy="352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5.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 </a:t>
            </a:r>
            <a:r>
              <a:rPr lang="en-US" altLang="ko-KR" sz="1600" b="1" spc="-2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cGAN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423F2D-20EA-4F38-A70F-5C8880A03EA5}"/>
              </a:ext>
            </a:extLst>
          </p:cNvPr>
          <p:cNvSpPr txBox="1"/>
          <p:nvPr/>
        </p:nvSpPr>
        <p:spPr>
          <a:xfrm>
            <a:off x="4077085" y="5554793"/>
            <a:ext cx="800219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6.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ExtraBold" panose="02000903000000020004" pitchFamily="2" charset="-127"/>
              </a:rPr>
              <a:t>예측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EAB6E0C-137C-414D-B384-4EE2A3F843CE}"/>
              </a:ext>
            </a:extLst>
          </p:cNvPr>
          <p:cNvSpPr txBox="1"/>
          <p:nvPr/>
        </p:nvSpPr>
        <p:spPr>
          <a:xfrm>
            <a:off x="5556130" y="5554793"/>
            <a:ext cx="2049279" cy="3401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7. </a:t>
            </a:r>
            <a:r>
              <a:rPr lang="ko-KR" altLang="en-US" sz="16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j-ea"/>
                <a:ea typeface="+mj-ea"/>
                <a:cs typeface="Pretendard Medium" panose="02000603000000020004" pitchFamily="2" charset="-127"/>
              </a:rPr>
              <a:t>결론 및 향후 연구</a:t>
            </a:r>
            <a:endParaRPr lang="id-ID" altLang="ko-KR" sz="1600" b="1" spc="-20" dirty="0">
              <a:ln>
                <a:solidFill>
                  <a:srgbClr val="000000">
                    <a:alpha val="0"/>
                  </a:srgbClr>
                </a:solidFill>
              </a:ln>
              <a:latin typeface="+mj-ea"/>
              <a:ea typeface="+mj-ea"/>
              <a:cs typeface="Pretendard Medium" panose="02000603000000020004" pitchFamily="2" charset="-127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AB83F7F7-3FB7-6BDF-B88C-A8069D76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165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연구배경</a:t>
            </a:r>
            <a:endParaRPr lang="en-US" altLang="ko-KR" b="1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최근 기후변화로 인한 </a:t>
            </a:r>
            <a:r>
              <a:rPr lang="ko-KR" altLang="en-US" sz="2000" dirty="0" err="1"/>
              <a:t>극한호우</a:t>
            </a:r>
            <a:r>
              <a:rPr lang="ko-KR" altLang="en-US" sz="2000" dirty="0"/>
              <a:t> 사례 증가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더불어 </a:t>
            </a:r>
            <a:r>
              <a:rPr lang="ko-KR" altLang="en-US" sz="2000" b="1" u="sng" dirty="0"/>
              <a:t>침수 피해 규모도 확대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효과적인 </a:t>
            </a:r>
            <a:r>
              <a:rPr lang="ko-KR" altLang="en-US" sz="2000" b="1" u="sng" dirty="0"/>
              <a:t>침수 예측 모델 필요</a:t>
            </a:r>
            <a:endParaRPr lang="en-US" altLang="ko-KR" sz="2000" b="1" u="sng" dirty="0"/>
          </a:p>
        </p:txBody>
      </p:sp>
      <p:pic>
        <p:nvPicPr>
          <p:cNvPr id="2052" name="Picture 4" descr="https://news.kbs.co.kr/data/fckeditor/vod/2023/08/10/30590169165700810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719" y="3244850"/>
            <a:ext cx="4594162" cy="30146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김영희 디자이너">
            <a:extLst>
              <a:ext uri="{FF2B5EF4-FFF2-40B4-BE49-F238E27FC236}">
                <a16:creationId xmlns:a16="http://schemas.microsoft.com/office/drawing/2014/main" id="{BD22F887-757E-C21B-6E37-655CD28E59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9"/>
          <a:stretch/>
        </p:blipFill>
        <p:spPr bwMode="auto">
          <a:xfrm>
            <a:off x="6985000" y="1461038"/>
            <a:ext cx="4860925" cy="47984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E610BCB9-EF6D-79C2-B465-0CAFED25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43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연구배경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복잡한 도시환경과 급변하는 기상조건</a:t>
            </a:r>
            <a:r>
              <a:rPr lang="ko-KR" altLang="en-US" sz="2000" dirty="0"/>
              <a:t>을 반영한 예측 모델 필요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기존 모델은 수식</a:t>
            </a:r>
            <a:r>
              <a:rPr lang="en-US" altLang="ko-KR" sz="2000" dirty="0"/>
              <a:t>•</a:t>
            </a:r>
            <a:r>
              <a:rPr lang="ko-KR" altLang="en-US" sz="2000" dirty="0"/>
              <a:t>강수량 데이터 기반 연구 발달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실시간 침수 위험 지도 필요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빠른 분석과 해석이 필요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b="1" u="sng" dirty="0" err="1"/>
              <a:t>생성형</a:t>
            </a:r>
            <a:r>
              <a:rPr lang="ko-KR" altLang="en-US" sz="2000" b="1" u="sng" dirty="0"/>
              <a:t> </a:t>
            </a:r>
            <a:r>
              <a:rPr lang="en-US" altLang="ko-KR" sz="2000" b="1" u="sng" dirty="0"/>
              <a:t>AI</a:t>
            </a:r>
            <a:r>
              <a:rPr lang="ko-KR" altLang="en-US" sz="2000" b="1" u="sng" dirty="0"/>
              <a:t>를 적용하여 침수 예측</a:t>
            </a:r>
            <a:endParaRPr lang="en-US" altLang="ko-KR" sz="2000" b="1" u="sng" dirty="0"/>
          </a:p>
          <a:p>
            <a:pPr lvl="1"/>
            <a:endParaRPr lang="en-US" altLang="ko-KR" sz="2000" b="1" u="sng" dirty="0"/>
          </a:p>
        </p:txBody>
      </p:sp>
      <p:pic>
        <p:nvPicPr>
          <p:cNvPr id="3076" name="Picture 4" descr="녹지 부족 상업지역' 침수피해 크다 &lt; 행정 &lt; 자치 &lt; 기사본문 - 경남도민일보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" t="52574" r="886" b="878"/>
          <a:stretch/>
        </p:blipFill>
        <p:spPr bwMode="auto">
          <a:xfrm>
            <a:off x="7290927" y="2503446"/>
            <a:ext cx="4218430" cy="39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보고서]기상이변·기후변화 대응 농경지 침수예측 서비스 체계 구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799012"/>
            <a:ext cx="4178582" cy="2317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2E9249CC-9D45-B687-FDAD-A418B93F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37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제안하는 연구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제안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다양한 침수 지역 예측을 수행하기 위해 </a:t>
            </a:r>
            <a:r>
              <a:rPr lang="en-US" altLang="ko-KR" sz="2000" dirty="0"/>
              <a:t>AI</a:t>
            </a:r>
            <a:r>
              <a:rPr lang="ko-KR" altLang="en-US" sz="2000" dirty="0"/>
              <a:t>기술 적용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조건부 </a:t>
            </a:r>
            <a:r>
              <a:rPr lang="ko-KR" altLang="en-US" sz="2000" b="1" u="sng" dirty="0" err="1"/>
              <a:t>생성적</a:t>
            </a:r>
            <a:r>
              <a:rPr lang="ko-KR" altLang="en-US" sz="2000" b="1" u="sng" dirty="0"/>
              <a:t> 적대 신경망 </a:t>
            </a:r>
            <a:r>
              <a:rPr lang="en-US" altLang="ko-KR" sz="2000" b="1" u="sng" dirty="0" err="1"/>
              <a:t>cGAN</a:t>
            </a:r>
            <a:r>
              <a:rPr lang="en-US" altLang="ko-KR" sz="2000" b="1" u="sng" dirty="0"/>
              <a:t> </a:t>
            </a:r>
            <a:r>
              <a:rPr lang="ko-KR" altLang="en-US" sz="2000" b="1" u="sng" dirty="0"/>
              <a:t>활용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활용 데이터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종관기상관측</a:t>
            </a:r>
            <a:r>
              <a:rPr lang="en-US" altLang="ko-KR" sz="1600" dirty="0"/>
              <a:t>(ASOS) - </a:t>
            </a:r>
            <a:r>
              <a:rPr lang="ko-KR" altLang="en-US" sz="1600" dirty="0"/>
              <a:t>기상청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침수흔적도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/>
              <a:t>생활 안전정보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지형데이터 </a:t>
            </a:r>
            <a:r>
              <a:rPr lang="en-US" altLang="ko-KR" sz="1600" dirty="0"/>
              <a:t>- </a:t>
            </a:r>
            <a:r>
              <a:rPr lang="ko-KR" altLang="en-US" sz="1600" dirty="0"/>
              <a:t>국토지리정보원</a:t>
            </a:r>
            <a:endParaRPr lang="en-US" altLang="ko-KR" sz="16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4448356" y="4045781"/>
            <a:ext cx="3330936" cy="1840669"/>
            <a:chOff x="4398963" y="3687178"/>
            <a:chExt cx="5951762" cy="2429417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8963" y="3687178"/>
              <a:ext cx="3894138" cy="2429417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3101" y="3687178"/>
              <a:ext cx="2057624" cy="2429417"/>
            </a:xfrm>
            <a:prstGeom prst="rect">
              <a:avLst/>
            </a:prstGeom>
          </p:spPr>
        </p:pic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2755172"/>
            <a:ext cx="2267371" cy="3292537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482600" y="3850638"/>
            <a:ext cx="3792416" cy="701496"/>
            <a:chOff x="590619" y="4029141"/>
            <a:chExt cx="4205940" cy="841024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r="75313" b="-5851"/>
            <a:stretch/>
          </p:blipFill>
          <p:spPr>
            <a:xfrm>
              <a:off x="590619" y="4029141"/>
              <a:ext cx="841024" cy="841024"/>
            </a:xfrm>
            <a:prstGeom prst="rect">
              <a:avLst/>
            </a:prstGeom>
          </p:spPr>
        </p:pic>
        <p:sp>
          <p:nvSpPr>
            <p:cNvPr id="19" name="TextBox 12"/>
            <p:cNvSpPr txBox="1"/>
            <p:nvPr/>
          </p:nvSpPr>
          <p:spPr>
            <a:xfrm>
              <a:off x="1215619" y="4209807"/>
              <a:ext cx="3580940" cy="479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기상청</a:t>
              </a:r>
              <a:r>
                <a:rPr lang="en-US" altLang="ko-KR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(</a:t>
              </a:r>
              <a:r>
                <a:rPr lang="ko-KR" altLang="en-US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기상자료개방포털</a:t>
              </a:r>
              <a:r>
                <a:rPr lang="en-US" altLang="ko-KR" sz="2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함초롬돋움" panose="020B0604000101010101" pitchFamily="50" charset="-127"/>
                </a:rPr>
                <a:t>)</a:t>
              </a:r>
              <a:endParaRPr lang="ko-KR" altLang="en-US" sz="20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함초롬돋움" panose="020B0604000101010101" pitchFamily="50" charset="-127"/>
              </a:endParaRP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80" y="4462380"/>
            <a:ext cx="2042188" cy="14916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5314" y="6007276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ASOS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173740" y="5954056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침수흔적도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9212340" y="5954056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지형데이터</a:t>
            </a:r>
            <a:endParaRPr lang="ko-KR" altLang="en-US" dirty="0"/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CD150FEA-00A9-3D7F-CC4F-F57A5FB4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49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제안하는 연구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제안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다양한 침수 예측을 수행하기 위해 </a:t>
            </a:r>
            <a:r>
              <a:rPr lang="en-US" altLang="ko-KR" sz="2000" dirty="0"/>
              <a:t>AI</a:t>
            </a:r>
            <a:r>
              <a:rPr lang="ko-KR" altLang="en-US" sz="2000" dirty="0"/>
              <a:t>기술 적용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조건부 </a:t>
            </a:r>
            <a:r>
              <a:rPr lang="ko-KR" altLang="en-US" sz="2000" b="1" u="sng" dirty="0" err="1"/>
              <a:t>생성적</a:t>
            </a:r>
            <a:r>
              <a:rPr lang="ko-KR" altLang="en-US" sz="2000" b="1" u="sng" dirty="0"/>
              <a:t> 적대 신경망 </a:t>
            </a:r>
            <a:r>
              <a:rPr lang="en-US" altLang="ko-KR" sz="2000" b="1" u="sng" dirty="0" err="1"/>
              <a:t>cGAN</a:t>
            </a:r>
            <a:r>
              <a:rPr lang="en-US" altLang="ko-KR" sz="2000" b="1" u="sng" dirty="0"/>
              <a:t> </a:t>
            </a:r>
            <a:r>
              <a:rPr lang="ko-KR" altLang="en-US" sz="2000" b="1" u="sng" dirty="0"/>
              <a:t>활용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활용 데이터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종관기상관측</a:t>
            </a:r>
            <a:r>
              <a:rPr lang="en-US" altLang="ko-KR" sz="1600" dirty="0"/>
              <a:t>(ASOS) - </a:t>
            </a:r>
            <a:r>
              <a:rPr lang="ko-KR" altLang="en-US" sz="1600" dirty="0"/>
              <a:t>기상청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침수흔적도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/>
              <a:t>생활 안전정보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지형데이터 </a:t>
            </a:r>
            <a:r>
              <a:rPr lang="en-US" altLang="ko-KR" sz="1600" dirty="0"/>
              <a:t>- </a:t>
            </a:r>
            <a:r>
              <a:rPr lang="ko-KR" altLang="en-US" sz="1600" dirty="0"/>
              <a:t>국토지리정보원</a:t>
            </a:r>
            <a:endParaRPr lang="en-US" altLang="ko-KR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592483" y="6112553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연구의 시스템 구조도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7" name="_x446642760" descr="EMB00006654105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1" y="3750275"/>
            <a:ext cx="5524270" cy="22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2041260" y="6129296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침수 위험 지도 예시</a:t>
            </a: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7315E808-6B3B-FEB8-C6B3-D5444C60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1410F73-7FCF-F828-5469-6DC35F7CB3B2}"/>
              </a:ext>
            </a:extLst>
          </p:cNvPr>
          <p:cNvGrpSpPr/>
          <p:nvPr/>
        </p:nvGrpSpPr>
        <p:grpSpPr>
          <a:xfrm>
            <a:off x="7107598" y="2121108"/>
            <a:ext cx="4367319" cy="3919036"/>
            <a:chOff x="894229" y="1386590"/>
            <a:chExt cx="4367319" cy="3750186"/>
          </a:xfrm>
        </p:grpSpPr>
        <p:sp>
          <p:nvSpPr>
            <p:cNvPr id="10" name="순서도: 대체 처리 9">
              <a:extLst>
                <a:ext uri="{FF2B5EF4-FFF2-40B4-BE49-F238E27FC236}">
                  <a16:creationId xmlns:a16="http://schemas.microsoft.com/office/drawing/2014/main" id="{46421FB0-9E21-D98F-9B67-9AFD76829BEB}"/>
                </a:ext>
              </a:extLst>
            </p:cNvPr>
            <p:cNvSpPr/>
            <p:nvPr/>
          </p:nvSpPr>
          <p:spPr>
            <a:xfrm>
              <a:off x="908222" y="1386590"/>
              <a:ext cx="4353326" cy="1019331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</a:rPr>
                <a:t>데이터 수집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순서도: 대체 처리 11">
              <a:extLst>
                <a:ext uri="{FF2B5EF4-FFF2-40B4-BE49-F238E27FC236}">
                  <a16:creationId xmlns:a16="http://schemas.microsoft.com/office/drawing/2014/main" id="{D0BC8258-CCE4-8EC0-2952-AAAAF5B02150}"/>
                </a:ext>
              </a:extLst>
            </p:cNvPr>
            <p:cNvSpPr/>
            <p:nvPr/>
          </p:nvSpPr>
          <p:spPr>
            <a:xfrm>
              <a:off x="247668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침수 흔적도</a:t>
              </a:r>
            </a:p>
          </p:txBody>
        </p:sp>
        <p:sp>
          <p:nvSpPr>
            <p:cNvPr id="13" name="순서도: 대체 처리 12">
              <a:extLst>
                <a:ext uri="{FF2B5EF4-FFF2-40B4-BE49-F238E27FC236}">
                  <a16:creationId xmlns:a16="http://schemas.microsoft.com/office/drawing/2014/main" id="{9C8F4C38-EFB1-E589-FC24-248AF2C5A879}"/>
                </a:ext>
              </a:extLst>
            </p:cNvPr>
            <p:cNvSpPr/>
            <p:nvPr/>
          </p:nvSpPr>
          <p:spPr>
            <a:xfrm>
              <a:off x="107154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ASOS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순서도: 대체 처리 13">
              <a:extLst>
                <a:ext uri="{FF2B5EF4-FFF2-40B4-BE49-F238E27FC236}">
                  <a16:creationId xmlns:a16="http://schemas.microsoft.com/office/drawing/2014/main" id="{509B90DA-A0D6-BB62-1D9B-7904F0D17246}"/>
                </a:ext>
              </a:extLst>
            </p:cNvPr>
            <p:cNvSpPr/>
            <p:nvPr/>
          </p:nvSpPr>
          <p:spPr>
            <a:xfrm>
              <a:off x="389909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지형 데이터</a:t>
              </a:r>
            </a:p>
          </p:txBody>
        </p:sp>
        <p:sp>
          <p:nvSpPr>
            <p:cNvPr id="15" name="순서도: 대체 처리 14">
              <a:extLst>
                <a:ext uri="{FF2B5EF4-FFF2-40B4-BE49-F238E27FC236}">
                  <a16:creationId xmlns:a16="http://schemas.microsoft.com/office/drawing/2014/main" id="{AE20E0B2-89A6-554F-7FB2-F38B0B97BFC2}"/>
                </a:ext>
              </a:extLst>
            </p:cNvPr>
            <p:cNvSpPr/>
            <p:nvPr/>
          </p:nvSpPr>
          <p:spPr>
            <a:xfrm>
              <a:off x="894229" y="2818151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</a:rPr>
                <a:t>전처리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6" name="순서도: 대체 처리 15">
              <a:extLst>
                <a:ext uri="{FF2B5EF4-FFF2-40B4-BE49-F238E27FC236}">
                  <a16:creationId xmlns:a16="http://schemas.microsoft.com/office/drawing/2014/main" id="{8E538CA2-C127-A89C-100D-24E963DF5BC4}"/>
                </a:ext>
              </a:extLst>
            </p:cNvPr>
            <p:cNvSpPr/>
            <p:nvPr/>
          </p:nvSpPr>
          <p:spPr>
            <a:xfrm>
              <a:off x="908222" y="3740642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cGAN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모델 학습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1" name="순서도: 대체 처리 10">
              <a:extLst>
                <a:ext uri="{FF2B5EF4-FFF2-40B4-BE49-F238E27FC236}">
                  <a16:creationId xmlns:a16="http://schemas.microsoft.com/office/drawing/2014/main" id="{4B35B88B-18EB-AD18-7896-8CE698083333}"/>
                </a:ext>
              </a:extLst>
            </p:cNvPr>
            <p:cNvSpPr/>
            <p:nvPr/>
          </p:nvSpPr>
          <p:spPr>
            <a:xfrm>
              <a:off x="894229" y="4640648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침수 위험 지도 생성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8" name="화살표: 아래쪽 17">
              <a:extLst>
                <a:ext uri="{FF2B5EF4-FFF2-40B4-BE49-F238E27FC236}">
                  <a16:creationId xmlns:a16="http://schemas.microsoft.com/office/drawing/2014/main" id="{32374703-B833-FD1E-B77F-7109CEF9B4FD}"/>
                </a:ext>
              </a:extLst>
            </p:cNvPr>
            <p:cNvSpPr/>
            <p:nvPr/>
          </p:nvSpPr>
          <p:spPr>
            <a:xfrm>
              <a:off x="2900597" y="2405921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BEBD0238-C9A8-5A07-6C62-D38DFB87DE62}"/>
                </a:ext>
              </a:extLst>
            </p:cNvPr>
            <p:cNvSpPr/>
            <p:nvPr/>
          </p:nvSpPr>
          <p:spPr>
            <a:xfrm>
              <a:off x="2908092" y="3328413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03FF6050-4EE1-F0D5-2C0F-76AD021036C6}"/>
                </a:ext>
              </a:extLst>
            </p:cNvPr>
            <p:cNvSpPr/>
            <p:nvPr/>
          </p:nvSpPr>
          <p:spPr>
            <a:xfrm>
              <a:off x="2900597" y="4245719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125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데이터 전처리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전처리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활용 데이터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종관기상관측</a:t>
            </a:r>
            <a:r>
              <a:rPr lang="en-US" altLang="ko-KR" sz="1600" dirty="0"/>
              <a:t>(ASOS) - </a:t>
            </a:r>
            <a:r>
              <a:rPr lang="ko-KR" altLang="en-US" sz="1600" dirty="0"/>
              <a:t>기상청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침수흔적도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/>
              <a:t>생활 안전정보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지형데이터</a:t>
            </a:r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/>
              <a:t>국토지리정보원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데이터 처리</a:t>
            </a:r>
            <a:endParaRPr lang="en-US" altLang="ko-KR" sz="20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중복 데이터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결측치</a:t>
            </a:r>
            <a:r>
              <a:rPr lang="ko-KR" altLang="en-US" sz="1600" dirty="0"/>
              <a:t> 데이터</a:t>
            </a:r>
            <a:endParaRPr lang="en-US" altLang="ko-KR" sz="1600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이상치 데이터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침수흔적도의 이미지 표현 지역 범위 </a:t>
            </a:r>
            <a:r>
              <a:rPr lang="en-US" altLang="ko-KR" sz="2000" dirty="0"/>
              <a:t>5Km</a:t>
            </a: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시간과 공간 일치 과정 수행</a:t>
            </a:r>
            <a:endParaRPr lang="en-US" altLang="ko-KR" sz="2000" dirty="0"/>
          </a:p>
          <a:p>
            <a:pPr marL="914400" lvl="2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2000" dirty="0"/>
          </a:p>
        </p:txBody>
      </p:sp>
      <p:grpSp>
        <p:nvGrpSpPr>
          <p:cNvPr id="16" name="그룹 15"/>
          <p:cNvGrpSpPr/>
          <p:nvPr/>
        </p:nvGrpSpPr>
        <p:grpSpPr>
          <a:xfrm>
            <a:off x="7636638" y="4397828"/>
            <a:ext cx="3716289" cy="2277607"/>
            <a:chOff x="4448356" y="4045781"/>
            <a:chExt cx="3330936" cy="2277607"/>
          </a:xfrm>
        </p:grpSpPr>
        <p:grpSp>
          <p:nvGrpSpPr>
            <p:cNvPr id="10" name="그룹 9"/>
            <p:cNvGrpSpPr/>
            <p:nvPr/>
          </p:nvGrpSpPr>
          <p:grpSpPr>
            <a:xfrm>
              <a:off x="4448356" y="4045781"/>
              <a:ext cx="3330936" cy="1840669"/>
              <a:chOff x="4398963" y="3687178"/>
              <a:chExt cx="5951762" cy="2429417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98963" y="3687178"/>
                <a:ext cx="3894138" cy="2429417"/>
              </a:xfrm>
              <a:prstGeom prst="rect">
                <a:avLst/>
              </a:prstGeom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3101" y="3687178"/>
                <a:ext cx="2057624" cy="2429417"/>
              </a:xfrm>
              <a:prstGeom prst="rect">
                <a:avLst/>
              </a:prstGeom>
            </p:spPr>
          </p:pic>
        </p:grpSp>
        <p:sp>
          <p:nvSpPr>
            <p:cNvPr id="23" name="TextBox 22"/>
            <p:cNvSpPr txBox="1"/>
            <p:nvPr/>
          </p:nvSpPr>
          <p:spPr>
            <a:xfrm>
              <a:off x="5173740" y="5954056"/>
              <a:ext cx="1844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/>
                <a:t>침수흔적도</a:t>
              </a:r>
              <a:endParaRPr lang="ko-KR" altLang="en-US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A8ACA377-44D8-4921-A7CA-5DCD669137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390"/>
          <a:stretch/>
        </p:blipFill>
        <p:spPr>
          <a:xfrm>
            <a:off x="7636639" y="1083709"/>
            <a:ext cx="3716289" cy="28436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98639" y="3906594"/>
            <a:ext cx="235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기상청 데이터 샘플</a:t>
            </a: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A1D7E5BE-4C4B-4DF5-1BC5-BAABA1F9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659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GAN </a:t>
            </a:r>
            <a:r>
              <a:rPr lang="ko-KR" altLang="en-US" dirty="0"/>
              <a:t>모델 설명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GAN</a:t>
            </a:r>
            <a:endParaRPr lang="ko-KR" altLang="en-US" b="1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Generative Adversarial Network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GAN</a:t>
            </a:r>
            <a:r>
              <a:rPr lang="ko-KR" altLang="en-US" sz="2000" dirty="0"/>
              <a:t>은 </a:t>
            </a:r>
            <a:r>
              <a:rPr lang="ko-KR" altLang="en-US" sz="2000" b="1" u="sng" dirty="0"/>
              <a:t>두개의 신경망으로 존재</a:t>
            </a:r>
            <a:endParaRPr lang="en-US" altLang="ko-KR" sz="2000" b="1" u="sng" dirty="0"/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생성자</a:t>
            </a:r>
            <a:r>
              <a:rPr lang="en-US" altLang="ko-KR" sz="1600" dirty="0"/>
              <a:t>(Generator)</a:t>
            </a:r>
          </a:p>
          <a:p>
            <a:pPr marL="1257300" lvl="2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 err="1"/>
              <a:t>판별자</a:t>
            </a:r>
            <a:r>
              <a:rPr lang="en-US" altLang="ko-KR" sz="1600" dirty="0"/>
              <a:t>(Discriminator)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 dirty="0" err="1"/>
              <a:t>생성자와</a:t>
            </a:r>
            <a:r>
              <a:rPr lang="ko-KR" altLang="en-US" sz="2000" b="1" u="sng" dirty="0"/>
              <a:t> </a:t>
            </a:r>
            <a:r>
              <a:rPr lang="ko-KR" altLang="en-US" sz="2000" b="1" u="sng" dirty="0" err="1"/>
              <a:t>판별자가</a:t>
            </a:r>
            <a:r>
              <a:rPr lang="ko-KR" altLang="en-US" sz="2000" b="1" u="sng" dirty="0"/>
              <a:t> 경쟁하며 발전하는 적대적 관계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단순히 현실적인 데이터를 생성하는 모델</a:t>
            </a:r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491977" y="6010153"/>
            <a:ext cx="212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GAN </a:t>
            </a:r>
            <a:r>
              <a:rPr lang="ko-KR" altLang="en-US" dirty="0"/>
              <a:t>학습 구조도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F65C70E-2716-6122-A2DD-5615DE6A6221}"/>
              </a:ext>
            </a:extLst>
          </p:cNvPr>
          <p:cNvGrpSpPr/>
          <p:nvPr/>
        </p:nvGrpSpPr>
        <p:grpSpPr>
          <a:xfrm>
            <a:off x="7764196" y="1502014"/>
            <a:ext cx="3420000" cy="4320000"/>
            <a:chOff x="1878736" y="2433595"/>
            <a:chExt cx="2074698" cy="387043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E67DC10-85B6-FE49-18B1-93F4FAB62EA1}"/>
                </a:ext>
              </a:extLst>
            </p:cNvPr>
            <p:cNvCxnSpPr/>
            <p:nvPr/>
          </p:nvCxnSpPr>
          <p:spPr>
            <a:xfrm flipH="1" flipV="1">
              <a:off x="3455403" y="4049836"/>
              <a:ext cx="1" cy="904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0CC5AF0-9F56-C2CC-3280-C3C57FD5D4D4}"/>
                </a:ext>
              </a:extLst>
            </p:cNvPr>
            <p:cNvGrpSpPr/>
            <p:nvPr/>
          </p:nvGrpSpPr>
          <p:grpSpPr>
            <a:xfrm>
              <a:off x="1878736" y="2433595"/>
              <a:ext cx="2074698" cy="3870430"/>
              <a:chOff x="1878736" y="2433595"/>
              <a:chExt cx="2074698" cy="3870430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843B5387-E904-CD9F-39E9-DCCDC8BCFE6C}"/>
                  </a:ext>
                </a:extLst>
              </p:cNvPr>
              <p:cNvSpPr/>
              <p:nvPr/>
            </p:nvSpPr>
            <p:spPr>
              <a:xfrm>
                <a:off x="1916206" y="2433595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real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B470009-2E05-1C08-2EED-607E9F7C869E}"/>
                  </a:ext>
                </a:extLst>
              </p:cNvPr>
              <p:cNvSpPr/>
              <p:nvPr/>
            </p:nvSpPr>
            <p:spPr>
              <a:xfrm>
                <a:off x="2994842" y="2433595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fake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7" name="순서도: 수동 연산 26">
                <a:extLst>
                  <a:ext uri="{FF2B5EF4-FFF2-40B4-BE49-F238E27FC236}">
                    <a16:creationId xmlns:a16="http://schemas.microsoft.com/office/drawing/2014/main" id="{10E5ABD4-996D-7C18-B40A-48768172A688}"/>
                  </a:ext>
                </a:extLst>
              </p:cNvPr>
              <p:cNvSpPr/>
              <p:nvPr/>
            </p:nvSpPr>
            <p:spPr>
              <a:xfrm>
                <a:off x="1916205" y="4805265"/>
                <a:ext cx="2037229" cy="919467"/>
              </a:xfrm>
              <a:prstGeom prst="flowChartManualOperation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Generator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54A16C1D-A073-74E3-8D1F-7628B323A033}"/>
                  </a:ext>
                </a:extLst>
              </p:cNvPr>
              <p:cNvSpPr/>
              <p:nvPr/>
            </p:nvSpPr>
            <p:spPr>
              <a:xfrm>
                <a:off x="1878736" y="2966648"/>
                <a:ext cx="2037229" cy="919467"/>
              </a:xfrm>
              <a:prstGeom prst="trapezoid">
                <a:avLst>
                  <a:gd name="adj" fmla="val 38894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Discriminator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29E3924-8AC7-E32D-D381-BFC6B7C86B04}"/>
                  </a:ext>
                </a:extLst>
              </p:cNvPr>
              <p:cNvSpPr/>
              <p:nvPr/>
            </p:nvSpPr>
            <p:spPr>
              <a:xfrm>
                <a:off x="1916205" y="4140238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X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898D510-B364-CDA6-8B45-370370519560}"/>
                  </a:ext>
                </a:extLst>
              </p:cNvPr>
              <p:cNvSpPr/>
              <p:nvPr/>
            </p:nvSpPr>
            <p:spPr>
              <a:xfrm>
                <a:off x="2994842" y="4140238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G(Z)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7BE2E26-A7A4-38A0-2EEB-7B2E797AA4E4}"/>
                  </a:ext>
                </a:extLst>
              </p:cNvPr>
              <p:cNvSpPr/>
              <p:nvPr/>
            </p:nvSpPr>
            <p:spPr>
              <a:xfrm>
                <a:off x="2456960" y="5934693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Z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D3FF1B12-0FD3-217C-E066-83D04A2F65C4}"/>
                  </a:ext>
                </a:extLst>
              </p:cNvPr>
              <p:cNvCxnSpPr>
                <a:cxnSpLocks/>
                <a:stCxn id="31" idx="0"/>
              </p:cNvCxnSpPr>
              <p:nvPr/>
            </p:nvCxnSpPr>
            <p:spPr>
              <a:xfrm flipV="1">
                <a:off x="2917522" y="5735012"/>
                <a:ext cx="0" cy="19968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AAF33DD8-67A8-FCDE-7BA1-C218CF80F07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 flipV="1">
                <a:off x="3455403" y="4509570"/>
                <a:ext cx="1" cy="29569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4750E4BF-7E0D-B754-FF76-9630ED765AFA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 flipV="1">
                <a:off x="2897350" y="3886115"/>
                <a:ext cx="1" cy="16372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0CB97B1A-6812-0D82-0557-ADCD7B787E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6766" y="2802927"/>
                <a:ext cx="0" cy="1607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FBF0055B-5023-281F-C93B-E988E3A22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0483" y="2800771"/>
                <a:ext cx="0" cy="1607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470E8AD4-1D10-C431-D00D-B70286466A15}"/>
                  </a:ext>
                </a:extLst>
              </p:cNvPr>
              <p:cNvCxnSpPr>
                <a:stCxn id="29" idx="0"/>
              </p:cNvCxnSpPr>
              <p:nvPr/>
            </p:nvCxnSpPr>
            <p:spPr>
              <a:xfrm flipH="1" flipV="1">
                <a:off x="2376766" y="4049836"/>
                <a:ext cx="1" cy="904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60E1E17F-0E7A-918F-B6DD-CD3C656817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6766" y="4062536"/>
                <a:ext cx="107863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그룹 62"/>
          <p:cNvGrpSpPr/>
          <p:nvPr/>
        </p:nvGrpSpPr>
        <p:grpSpPr>
          <a:xfrm>
            <a:off x="1048101" y="4163954"/>
            <a:ext cx="6212360" cy="1658060"/>
            <a:chOff x="3126319" y="1335800"/>
            <a:chExt cx="6212360" cy="1658060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469" y="1335800"/>
              <a:ext cx="1658060" cy="1658060"/>
            </a:xfrm>
            <a:prstGeom prst="rect">
              <a:avLst/>
            </a:prstGeom>
          </p:spPr>
        </p:pic>
        <p:sp>
          <p:nvSpPr>
            <p:cNvPr id="65" name="모서리가 둥근 직사각형 64"/>
            <p:cNvSpPr/>
            <p:nvPr/>
          </p:nvSpPr>
          <p:spPr>
            <a:xfrm>
              <a:off x="3126319" y="1964253"/>
              <a:ext cx="1970386" cy="483747"/>
            </a:xfrm>
            <a:prstGeom prst="roundRect">
              <a:avLst/>
            </a:prstGeom>
            <a:solidFill>
              <a:srgbClr val="FE3D9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생성자</a:t>
              </a:r>
              <a:endParaRPr lang="ko-KR" alt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6" name="모서리가 둥근 직사각형 65"/>
            <p:cNvSpPr/>
            <p:nvPr/>
          </p:nvSpPr>
          <p:spPr>
            <a:xfrm>
              <a:off x="7368293" y="1964253"/>
              <a:ext cx="1970386" cy="483747"/>
            </a:xfrm>
            <a:prstGeom prst="roundRect">
              <a:avLst/>
            </a:prstGeom>
            <a:solidFill>
              <a:srgbClr val="99E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판별자</a:t>
              </a:r>
              <a:endParaRPr lang="ko-KR" alt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F94F0AB-1E2F-EB8A-627A-82168EE9D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7372886" y="5332255"/>
            <a:ext cx="614314" cy="59417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D1D95C4-A46F-E5DE-5927-77CF6ADA727E}"/>
              </a:ext>
            </a:extLst>
          </p:cNvPr>
          <p:cNvCxnSpPr>
            <a:cxnSpLocks/>
          </p:cNvCxnSpPr>
          <p:nvPr/>
        </p:nvCxnSpPr>
        <p:spPr>
          <a:xfrm flipV="1">
            <a:off x="7979928" y="5630364"/>
            <a:ext cx="730117" cy="1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09187758-750E-0D40-9EFD-504C07EB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1E8989-7954-86DD-6EEE-D48F85BBE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02" y="4602779"/>
            <a:ext cx="7340538" cy="9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8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GAN </a:t>
            </a:r>
            <a:r>
              <a:rPr lang="ko-KR" altLang="en-US" dirty="0"/>
              <a:t>모델 예시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/>
              <a:t>GAN</a:t>
            </a:r>
            <a:endParaRPr lang="ko-KR" altLang="en-US" b="1" dirty="0"/>
          </a:p>
          <a:p>
            <a:pPr lvl="1"/>
            <a:endParaRPr lang="en-US" altLang="ko-KR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551937" y="6010153"/>
            <a:ext cx="198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GAN </a:t>
            </a:r>
            <a:r>
              <a:rPr lang="ko-KR" altLang="en-US" dirty="0"/>
              <a:t>학습 구조도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F65C70E-2716-6122-A2DD-5615DE6A6221}"/>
              </a:ext>
            </a:extLst>
          </p:cNvPr>
          <p:cNvGrpSpPr/>
          <p:nvPr/>
        </p:nvGrpSpPr>
        <p:grpSpPr>
          <a:xfrm>
            <a:off x="7764196" y="1502014"/>
            <a:ext cx="3420000" cy="4320000"/>
            <a:chOff x="1878736" y="2433595"/>
            <a:chExt cx="2074698" cy="387043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E67DC10-85B6-FE49-18B1-93F4FAB62EA1}"/>
                </a:ext>
              </a:extLst>
            </p:cNvPr>
            <p:cNvCxnSpPr/>
            <p:nvPr/>
          </p:nvCxnSpPr>
          <p:spPr>
            <a:xfrm flipH="1" flipV="1">
              <a:off x="3455403" y="4049836"/>
              <a:ext cx="1" cy="904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0CC5AF0-9F56-C2CC-3280-C3C57FD5D4D4}"/>
                </a:ext>
              </a:extLst>
            </p:cNvPr>
            <p:cNvGrpSpPr/>
            <p:nvPr/>
          </p:nvGrpSpPr>
          <p:grpSpPr>
            <a:xfrm>
              <a:off x="1878736" y="2433595"/>
              <a:ext cx="2074698" cy="3870430"/>
              <a:chOff x="1878736" y="2433595"/>
              <a:chExt cx="2074698" cy="3870430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843B5387-E904-CD9F-39E9-DCCDC8BCFE6C}"/>
                  </a:ext>
                </a:extLst>
              </p:cNvPr>
              <p:cNvSpPr/>
              <p:nvPr/>
            </p:nvSpPr>
            <p:spPr>
              <a:xfrm>
                <a:off x="1916206" y="2433595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real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B470009-2E05-1C08-2EED-607E9F7C869E}"/>
                  </a:ext>
                </a:extLst>
              </p:cNvPr>
              <p:cNvSpPr/>
              <p:nvPr/>
            </p:nvSpPr>
            <p:spPr>
              <a:xfrm>
                <a:off x="2994842" y="2433595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fake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7" name="순서도: 수동 연산 26">
                <a:extLst>
                  <a:ext uri="{FF2B5EF4-FFF2-40B4-BE49-F238E27FC236}">
                    <a16:creationId xmlns:a16="http://schemas.microsoft.com/office/drawing/2014/main" id="{10E5ABD4-996D-7C18-B40A-48768172A688}"/>
                  </a:ext>
                </a:extLst>
              </p:cNvPr>
              <p:cNvSpPr/>
              <p:nvPr/>
            </p:nvSpPr>
            <p:spPr>
              <a:xfrm>
                <a:off x="1916205" y="4805265"/>
                <a:ext cx="2037229" cy="919467"/>
              </a:xfrm>
              <a:prstGeom prst="flowChartManualOperation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Generator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54A16C1D-A073-74E3-8D1F-7628B323A033}"/>
                  </a:ext>
                </a:extLst>
              </p:cNvPr>
              <p:cNvSpPr/>
              <p:nvPr/>
            </p:nvSpPr>
            <p:spPr>
              <a:xfrm>
                <a:off x="1878736" y="2966648"/>
                <a:ext cx="2037229" cy="919467"/>
              </a:xfrm>
              <a:prstGeom prst="trapezoid">
                <a:avLst>
                  <a:gd name="adj" fmla="val 38894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Discriminator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29E3924-8AC7-E32D-D381-BFC6B7C86B04}"/>
                  </a:ext>
                </a:extLst>
              </p:cNvPr>
              <p:cNvSpPr/>
              <p:nvPr/>
            </p:nvSpPr>
            <p:spPr>
              <a:xfrm>
                <a:off x="1916205" y="4140238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X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898D510-B364-CDA6-8B45-370370519560}"/>
                  </a:ext>
                </a:extLst>
              </p:cNvPr>
              <p:cNvSpPr/>
              <p:nvPr/>
            </p:nvSpPr>
            <p:spPr>
              <a:xfrm>
                <a:off x="2994842" y="4140238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G(Z)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7BE2E26-A7A4-38A0-2EEB-7B2E797AA4E4}"/>
                  </a:ext>
                </a:extLst>
              </p:cNvPr>
              <p:cNvSpPr/>
              <p:nvPr/>
            </p:nvSpPr>
            <p:spPr>
              <a:xfrm>
                <a:off x="2456960" y="5934693"/>
                <a:ext cx="921123" cy="36933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  <a:latin typeface="+mn-ea"/>
                  </a:rPr>
                  <a:t>Z</a:t>
                </a:r>
                <a:endParaRPr lang="ko-KR" altLang="en-US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D3FF1B12-0FD3-217C-E066-83D04A2F65C4}"/>
                  </a:ext>
                </a:extLst>
              </p:cNvPr>
              <p:cNvCxnSpPr>
                <a:cxnSpLocks/>
                <a:stCxn id="31" idx="0"/>
              </p:cNvCxnSpPr>
              <p:nvPr/>
            </p:nvCxnSpPr>
            <p:spPr>
              <a:xfrm flipV="1">
                <a:off x="2917522" y="5735012"/>
                <a:ext cx="0" cy="19968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AAF33DD8-67A8-FCDE-7BA1-C218CF80F07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 flipV="1">
                <a:off x="3455403" y="4509570"/>
                <a:ext cx="1" cy="29569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4750E4BF-7E0D-B754-FF76-9630ED765AFA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 flipV="1">
                <a:off x="2897350" y="3886115"/>
                <a:ext cx="1" cy="16372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0CB97B1A-6812-0D82-0557-ADCD7B787E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6766" y="2802927"/>
                <a:ext cx="0" cy="1607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FBF0055B-5023-281F-C93B-E988E3A22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0483" y="2800771"/>
                <a:ext cx="0" cy="1607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470E8AD4-1D10-C431-D00D-B70286466A15}"/>
                  </a:ext>
                </a:extLst>
              </p:cNvPr>
              <p:cNvCxnSpPr>
                <a:stCxn id="29" idx="0"/>
              </p:cNvCxnSpPr>
              <p:nvPr/>
            </p:nvCxnSpPr>
            <p:spPr>
              <a:xfrm flipH="1" flipV="1">
                <a:off x="2376766" y="4049836"/>
                <a:ext cx="1" cy="904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60E1E17F-0E7A-918F-B6DD-CD3C656817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76766" y="4062536"/>
                <a:ext cx="107863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TextBox 41"/>
          <p:cNvSpPr txBox="1"/>
          <p:nvPr/>
        </p:nvSpPr>
        <p:spPr>
          <a:xfrm>
            <a:off x="2750686" y="6010153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GAN </a:t>
            </a:r>
            <a:r>
              <a:rPr lang="ko-KR" altLang="en-US" dirty="0"/>
              <a:t>예시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94807" y="2437759"/>
            <a:ext cx="6899725" cy="2791285"/>
            <a:chOff x="394807" y="1620798"/>
            <a:chExt cx="6899725" cy="2791285"/>
          </a:xfrm>
        </p:grpSpPr>
        <p:pic>
          <p:nvPicPr>
            <p:cNvPr id="59" name="내용 개체 틀 16" descr="화폐 윤곽선">
              <a:extLst>
                <a:ext uri="{FF2B5EF4-FFF2-40B4-BE49-F238E27FC236}">
                  <a16:creationId xmlns:a16="http://schemas.microsoft.com/office/drawing/2014/main" id="{B76430B9-E9B3-0D48-35AD-C694DA27D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2333" y="2947490"/>
              <a:ext cx="1279928" cy="1279928"/>
            </a:xfrm>
            <a:prstGeom prst="rect">
              <a:avLst/>
            </a:prstGeom>
          </p:spPr>
        </p:pic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9659C80-06F5-8669-B0F5-4EDAF5AD22EF}"/>
                </a:ext>
              </a:extLst>
            </p:cNvPr>
            <p:cNvGrpSpPr/>
            <p:nvPr/>
          </p:nvGrpSpPr>
          <p:grpSpPr>
            <a:xfrm>
              <a:off x="394807" y="1620798"/>
              <a:ext cx="6899725" cy="2791285"/>
              <a:chOff x="1323671" y="1375557"/>
              <a:chExt cx="9742489" cy="4052383"/>
            </a:xfrm>
          </p:grpSpPr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9BF1C760-DCFA-3C48-162B-2E1C068A6E54}"/>
                  </a:ext>
                </a:extLst>
              </p:cNvPr>
              <p:cNvGrpSpPr/>
              <p:nvPr/>
            </p:nvGrpSpPr>
            <p:grpSpPr>
              <a:xfrm>
                <a:off x="1323671" y="1375557"/>
                <a:ext cx="9742489" cy="3293370"/>
                <a:chOff x="4963496" y="2590099"/>
                <a:chExt cx="5741534" cy="1933272"/>
              </a:xfrm>
            </p:grpSpPr>
            <p:cxnSp>
              <p:nvCxnSpPr>
                <p:cNvPr id="63" name="직선 화살표 연결선 62">
                  <a:extLst>
                    <a:ext uri="{FF2B5EF4-FFF2-40B4-BE49-F238E27FC236}">
                      <a16:creationId xmlns:a16="http://schemas.microsoft.com/office/drawing/2014/main" id="{34B1E7E5-FEE9-CAA8-FCD4-DD783AF7FD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66322" y="4048617"/>
                  <a:ext cx="972087" cy="365245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33BD3DCA-84E3-C8BB-178A-D8D7FD3D9909}"/>
                    </a:ext>
                  </a:extLst>
                </p:cNvPr>
                <p:cNvGrpSpPr/>
                <p:nvPr/>
              </p:nvGrpSpPr>
              <p:grpSpPr>
                <a:xfrm>
                  <a:off x="4963496" y="2590099"/>
                  <a:ext cx="5741534" cy="1933272"/>
                  <a:chOff x="4963496" y="2590099"/>
                  <a:chExt cx="5741534" cy="1933272"/>
                </a:xfrm>
              </p:grpSpPr>
              <p:cxnSp>
                <p:nvCxnSpPr>
                  <p:cNvPr id="65" name="직선 화살표 연결선 64">
                    <a:extLst>
                      <a:ext uri="{FF2B5EF4-FFF2-40B4-BE49-F238E27FC236}">
                        <a16:creationId xmlns:a16="http://schemas.microsoft.com/office/drawing/2014/main" id="{F1C622A9-5083-700A-D02C-058B55A0A354}"/>
                      </a:ext>
                    </a:extLst>
                  </p:cNvPr>
                  <p:cNvCxnSpPr/>
                  <p:nvPr/>
                </p:nvCxnSpPr>
                <p:spPr>
                  <a:xfrm>
                    <a:off x="6078112" y="3189370"/>
                    <a:ext cx="920670" cy="0"/>
                  </a:xfrm>
                  <a:prstGeom prst="straightConnector1">
                    <a:avLst/>
                  </a:prstGeom>
                  <a:ln w="762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" name="그룹 65">
                    <a:extLst>
                      <a:ext uri="{FF2B5EF4-FFF2-40B4-BE49-F238E27FC236}">
                        <a16:creationId xmlns:a16="http://schemas.microsoft.com/office/drawing/2014/main" id="{7173B31F-9231-B936-1EB6-B0CCFE996643}"/>
                      </a:ext>
                    </a:extLst>
                  </p:cNvPr>
                  <p:cNvGrpSpPr/>
                  <p:nvPr/>
                </p:nvGrpSpPr>
                <p:grpSpPr>
                  <a:xfrm>
                    <a:off x="4963496" y="2590099"/>
                    <a:ext cx="5741534" cy="1933272"/>
                    <a:chOff x="4963496" y="2590099"/>
                    <a:chExt cx="5741534" cy="1933272"/>
                  </a:xfrm>
                </p:grpSpPr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48B4031-B40E-AF95-A76E-171889A454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6148" y="4261073"/>
                      <a:ext cx="737945" cy="2622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ko-KR" altLang="en-US" sz="1400" dirty="0">
                          <a:latin typeface="+mn-ea"/>
                        </a:rPr>
                        <a:t>경찰</a:t>
                      </a:r>
                    </a:p>
                  </p:txBody>
                </p:sp>
                <p:grpSp>
                  <p:nvGrpSpPr>
                    <p:cNvPr id="68" name="그룹 67">
                      <a:extLst>
                        <a:ext uri="{FF2B5EF4-FFF2-40B4-BE49-F238E27FC236}">
                          <a16:creationId xmlns:a16="http://schemas.microsoft.com/office/drawing/2014/main" id="{EFE9DF52-1A2F-D796-BDB4-D75D44EE35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3496" y="2590099"/>
                      <a:ext cx="5741534" cy="1737708"/>
                      <a:chOff x="4963496" y="2590099"/>
                      <a:chExt cx="5741534" cy="1737708"/>
                    </a:xfrm>
                  </p:grpSpPr>
                  <p:grpSp>
                    <p:nvGrpSpPr>
                      <p:cNvPr id="69" name="그룹 68">
                        <a:extLst>
                          <a:ext uri="{FF2B5EF4-FFF2-40B4-BE49-F238E27FC236}">
                            <a16:creationId xmlns:a16="http://schemas.microsoft.com/office/drawing/2014/main" id="{2BFB53D9-BB75-3216-E507-D8942F133F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3496" y="2590099"/>
                        <a:ext cx="5741534" cy="1737708"/>
                        <a:chOff x="4963496" y="2590099"/>
                        <a:chExt cx="5741534" cy="1737708"/>
                      </a:xfrm>
                    </p:grpSpPr>
                    <p:grpSp>
                      <p:nvGrpSpPr>
                        <p:cNvPr id="71" name="그룹 70">
                          <a:extLst>
                            <a:ext uri="{FF2B5EF4-FFF2-40B4-BE49-F238E27FC236}">
                              <a16:creationId xmlns:a16="http://schemas.microsoft.com/office/drawing/2014/main" id="{89CECAA6-58C6-BC44-90CF-D52017CF1E3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053726" y="2590099"/>
                          <a:ext cx="5651304" cy="1737708"/>
                          <a:chOff x="5053726" y="2590099"/>
                          <a:chExt cx="5651304" cy="1737708"/>
                        </a:xfrm>
                      </p:grpSpPr>
                      <p:grpSp>
                        <p:nvGrpSpPr>
                          <p:cNvPr id="73" name="그룹 72">
                            <a:extLst>
                              <a:ext uri="{FF2B5EF4-FFF2-40B4-BE49-F238E27FC236}">
                                <a16:creationId xmlns:a16="http://schemas.microsoft.com/office/drawing/2014/main" id="{C9EDD025-EA40-4AB7-6B8F-BBEE475138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053726" y="2590099"/>
                            <a:ext cx="3158275" cy="1104959"/>
                            <a:chOff x="5053726" y="2590099"/>
                            <a:chExt cx="3158275" cy="1104959"/>
                          </a:xfrm>
                        </p:grpSpPr>
                        <p:pic>
                          <p:nvPicPr>
                            <p:cNvPr id="75" name="그래픽 18" descr="화폐 단색으로 채워진">
                              <a:extLst>
                                <a:ext uri="{FF2B5EF4-FFF2-40B4-BE49-F238E27FC236}">
                                  <a16:creationId xmlns:a16="http://schemas.microsoft.com/office/drawing/2014/main" id="{658D9F5E-D92D-947C-1452-B1ED4F3C2DF7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 cstate="print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  <a:ext uri="{96DAC541-7B7A-43D3-8B79-37D633B846F1}">
                                  <asvg:svgBlip xmlns:asvg="http://schemas.microsoft.com/office/drawing/2016/SVG/main" r:embed="rId5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69727" y="2590099"/>
                              <a:ext cx="1042274" cy="1042274"/>
                            </a:xfrm>
                            <a:prstGeom prst="rect">
                              <a:avLst/>
                            </a:prstGeom>
                          </p:spPr>
                        </p:pic>
                        <p:pic>
                          <p:nvPicPr>
                            <p:cNvPr id="76" name="그래픽 21" descr="단색으로 채워진 무표정한 얼굴 단색으로 채워진">
                              <a:extLst>
                                <a:ext uri="{FF2B5EF4-FFF2-40B4-BE49-F238E27FC236}">
                                  <a16:creationId xmlns:a16="http://schemas.microsoft.com/office/drawing/2014/main" id="{68F806E8-FF3C-D89D-1862-33082A11C916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6" cstate="print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  <a:ext uri="{96DAC541-7B7A-43D3-8B79-37D633B846F1}">
                                  <asvg:svgBlip xmlns:asvg="http://schemas.microsoft.com/office/drawing/2016/SVG/main" r:embed="rId7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53726" y="2652784"/>
                              <a:ext cx="1042274" cy="10422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74" name="그래픽 23" descr="경찰관 남성 단색으로 채워진">
                            <a:extLst>
                              <a:ext uri="{FF2B5EF4-FFF2-40B4-BE49-F238E27FC236}">
                                <a16:creationId xmlns:a16="http://schemas.microsoft.com/office/drawing/2014/main" id="{0F6D8D29-7A5C-75CC-A596-9B94C156DD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 cstate="print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  <a:ext uri="{96DAC541-7B7A-43D3-8B79-37D633B846F1}">
                                <asvg:svgBlip xmlns:asvg="http://schemas.microsoft.com/office/drawing/2016/SVG/main" r:embed="rId9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488459" y="3111236"/>
                            <a:ext cx="1216571" cy="1216571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sp>
                      <p:nvSpPr>
                        <p:cNvPr id="72" name="TextBox 71">
                          <a:extLst>
                            <a:ext uri="{FF2B5EF4-FFF2-40B4-BE49-F238E27FC236}">
                              <a16:creationId xmlns:a16="http://schemas.microsoft.com/office/drawing/2014/main" id="{E22B972F-1471-7640-4948-900D86CC22B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963496" y="3591838"/>
                          <a:ext cx="1216571" cy="26229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+mn-ea"/>
                            </a:rPr>
                            <a:t>범죄자</a:t>
                          </a:r>
                        </a:p>
                      </p:txBody>
                    </p:sp>
                  </p:grpSp>
                  <p:sp>
                    <p:nvSpPr>
                      <p:cNvPr id="70" name="TextBox 69">
                        <a:extLst>
                          <a:ext uri="{FF2B5EF4-FFF2-40B4-BE49-F238E27FC236}">
                            <a16:creationId xmlns:a16="http://schemas.microsoft.com/office/drawing/2014/main" id="{B237DAE3-26E1-89E9-FEAD-473F5C27AD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55518" y="3563909"/>
                        <a:ext cx="1475887" cy="2622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00" dirty="0">
                            <a:latin typeface="+mn-ea"/>
                          </a:rPr>
                          <a:t>Fake</a:t>
                        </a:r>
                        <a:endParaRPr lang="ko-KR" altLang="en-US" sz="1400" dirty="0">
                          <a:latin typeface="+mn-ea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36F4B8B-84C1-551E-4529-6182B298B12F}"/>
                  </a:ext>
                </a:extLst>
              </p:cNvPr>
              <p:cNvSpPr txBox="1"/>
              <p:nvPr/>
            </p:nvSpPr>
            <p:spPr>
              <a:xfrm>
                <a:off x="4713468" y="4981110"/>
                <a:ext cx="2504350" cy="446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Real</a:t>
                </a:r>
                <a:endParaRPr lang="ko-KR" altLang="en-US" sz="1400" dirty="0">
                  <a:latin typeface="+mn-ea"/>
                </a:endParaRPr>
              </a:p>
            </p:txBody>
          </p:sp>
        </p:grpSp>
      </p:grp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D9C0247-DD97-FFEF-C46E-652CAD6238F6}"/>
              </a:ext>
            </a:extLst>
          </p:cNvPr>
          <p:cNvCxnSpPr>
            <a:cxnSpLocks/>
          </p:cNvCxnSpPr>
          <p:nvPr/>
        </p:nvCxnSpPr>
        <p:spPr>
          <a:xfrm flipV="1">
            <a:off x="7972433" y="5630364"/>
            <a:ext cx="730117" cy="1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A87AF99-26FA-1685-C5C4-DA4D45FDCD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7312926" y="5332255"/>
            <a:ext cx="614314" cy="59417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4843AE6-9C8F-F06F-E952-0E3F45BA777A}"/>
              </a:ext>
            </a:extLst>
          </p:cNvPr>
          <p:cNvCxnSpPr>
            <a:cxnSpLocks/>
          </p:cNvCxnSpPr>
          <p:nvPr/>
        </p:nvCxnSpPr>
        <p:spPr>
          <a:xfrm>
            <a:off x="4724401" y="3198644"/>
            <a:ext cx="1168178" cy="30905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0A559919-9CF8-7F3E-4601-1E98DE89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960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설명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cGAN</a:t>
            </a:r>
            <a:endParaRPr lang="ko-KR" altLang="en-US" b="1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Conditional Generative Adversarial Network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생성된 데이터가 특정 조건</a:t>
            </a:r>
            <a:r>
              <a:rPr lang="en-US" altLang="ko-KR" sz="2000" b="1" u="sng" dirty="0"/>
              <a:t>(c)</a:t>
            </a:r>
            <a:r>
              <a:rPr lang="ko-KR" altLang="en-US" sz="2000" b="1" u="sng" dirty="0"/>
              <a:t>에</a:t>
            </a:r>
            <a:r>
              <a:rPr lang="en-US" altLang="ko-KR" sz="2000" b="1" u="sng" dirty="0"/>
              <a:t> </a:t>
            </a:r>
            <a:r>
              <a:rPr lang="ko-KR" altLang="en-US" sz="2000" b="1" u="sng" dirty="0"/>
              <a:t>따라 다른 모델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 err="1"/>
              <a:t>생성자와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판별자</a:t>
            </a:r>
            <a:r>
              <a:rPr lang="ko-KR" altLang="en-US" sz="2000" dirty="0"/>
              <a:t> 모두 조건 변수 추가 입력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특정 </a:t>
            </a:r>
            <a:r>
              <a:rPr lang="ko-KR" altLang="en-US" sz="2000" dirty="0" err="1"/>
              <a:t>조건마다</a:t>
            </a:r>
            <a:r>
              <a:rPr lang="ko-KR" altLang="en-US" sz="2000" dirty="0"/>
              <a:t> 제어된 데이터를 생성할 수 있는 모델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실시간 침수 예측모델에 </a:t>
            </a:r>
            <a:r>
              <a:rPr lang="en-US" altLang="ko-KR" sz="2000" b="1" u="sng" dirty="0" err="1"/>
              <a:t>cGAN</a:t>
            </a:r>
            <a:r>
              <a:rPr lang="ko-KR" altLang="en-US" sz="2000" b="1" u="sng" dirty="0"/>
              <a:t>을 적용하는 이유</a:t>
            </a:r>
            <a:endParaRPr lang="en-US" altLang="ko-KR" sz="2000" b="1" u="sng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강수량</a:t>
            </a:r>
            <a:r>
              <a:rPr lang="en-US" altLang="ko-KR" sz="1600" dirty="0"/>
              <a:t>, </a:t>
            </a:r>
            <a:r>
              <a:rPr lang="ko-KR" altLang="en-US" sz="1600" dirty="0"/>
              <a:t> 지형 등을 조건으로 사용하여 </a:t>
            </a:r>
            <a:r>
              <a:rPr lang="ko-KR" altLang="en-US" sz="1600" b="1" u="sng" dirty="0"/>
              <a:t>제어된 데이터 생성 가능</a:t>
            </a:r>
            <a:endParaRPr lang="en-US" altLang="ko-KR" sz="1600" b="1" u="sng" dirty="0"/>
          </a:p>
        </p:txBody>
      </p:sp>
      <p:sp>
        <p:nvSpPr>
          <p:cNvPr id="24" name="TextBox 23"/>
          <p:cNvSpPr txBox="1"/>
          <p:nvPr/>
        </p:nvSpPr>
        <p:spPr>
          <a:xfrm>
            <a:off x="8526481" y="6010153"/>
            <a:ext cx="204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학습 구조도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6FA1238-1284-20F5-CA3A-FA58401F853D}"/>
              </a:ext>
            </a:extLst>
          </p:cNvPr>
          <p:cNvGrpSpPr/>
          <p:nvPr/>
        </p:nvGrpSpPr>
        <p:grpSpPr>
          <a:xfrm>
            <a:off x="7764196" y="1576765"/>
            <a:ext cx="3420000" cy="4320000"/>
            <a:chOff x="3529684" y="2306533"/>
            <a:chExt cx="3020177" cy="387043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DD0604B-B8FC-3AA8-48A3-42BD2FE0AFBB}"/>
                </a:ext>
              </a:extLst>
            </p:cNvPr>
            <p:cNvSpPr/>
            <p:nvPr/>
          </p:nvSpPr>
          <p:spPr>
            <a:xfrm>
              <a:off x="5628738" y="5807631"/>
              <a:ext cx="921123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b="1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FC08CE4-3248-FB78-2ACB-F222E6905DFC}"/>
                </a:ext>
              </a:extLst>
            </p:cNvPr>
            <p:cNvGrpSpPr/>
            <p:nvPr/>
          </p:nvGrpSpPr>
          <p:grpSpPr>
            <a:xfrm>
              <a:off x="3529684" y="2306533"/>
              <a:ext cx="2580363" cy="3870430"/>
              <a:chOff x="3529684" y="2306533"/>
              <a:chExt cx="2580363" cy="387043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51C0E1E6-20E1-5AB1-FED1-E7FE3DFEAC59}"/>
                  </a:ext>
                </a:extLst>
              </p:cNvPr>
              <p:cNvGrpSpPr/>
              <p:nvPr/>
            </p:nvGrpSpPr>
            <p:grpSpPr>
              <a:xfrm>
                <a:off x="3529684" y="2306533"/>
                <a:ext cx="2074698" cy="3870430"/>
                <a:chOff x="1878736" y="2433595"/>
                <a:chExt cx="2074698" cy="3870430"/>
              </a:xfrm>
            </p:grpSpPr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92751501-222F-BF02-4F64-31F0356E8C1E}"/>
                    </a:ext>
                  </a:extLst>
                </p:cNvPr>
                <p:cNvCxnSpPr/>
                <p:nvPr/>
              </p:nvCxnSpPr>
              <p:spPr>
                <a:xfrm flipH="1" flipV="1">
                  <a:off x="3455403" y="4049836"/>
                  <a:ext cx="1" cy="904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BB805F0D-3A37-355F-ED36-682C9B586FC3}"/>
                    </a:ext>
                  </a:extLst>
                </p:cNvPr>
                <p:cNvGrpSpPr/>
                <p:nvPr/>
              </p:nvGrpSpPr>
              <p:grpSpPr>
                <a:xfrm>
                  <a:off x="1878736" y="2433595"/>
                  <a:ext cx="2074698" cy="3870430"/>
                  <a:chOff x="1878736" y="2433595"/>
                  <a:chExt cx="2074698" cy="3870430"/>
                </a:xfrm>
              </p:grpSpPr>
              <p:sp>
                <p:nvSpPr>
                  <p:cNvPr id="48" name="직사각형 47">
                    <a:extLst>
                      <a:ext uri="{FF2B5EF4-FFF2-40B4-BE49-F238E27FC236}">
                        <a16:creationId xmlns:a16="http://schemas.microsoft.com/office/drawing/2014/main" id="{0724A75D-5077-D2B3-FC99-E4B4894BE48C}"/>
                      </a:ext>
                    </a:extLst>
                  </p:cNvPr>
                  <p:cNvSpPr/>
                  <p:nvPr/>
                </p:nvSpPr>
                <p:spPr>
                  <a:xfrm>
                    <a:off x="1916206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real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49" name="직사각형 48">
                    <a:extLst>
                      <a:ext uri="{FF2B5EF4-FFF2-40B4-BE49-F238E27FC236}">
                        <a16:creationId xmlns:a16="http://schemas.microsoft.com/office/drawing/2014/main" id="{D2703775-3FD6-13F7-A592-1320FD850299}"/>
                      </a:ext>
                    </a:extLst>
                  </p:cNvPr>
                  <p:cNvSpPr/>
                  <p:nvPr/>
                </p:nvSpPr>
                <p:spPr>
                  <a:xfrm>
                    <a:off x="2994842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fake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0" name="순서도: 수동 연산 49">
                    <a:extLst>
                      <a:ext uri="{FF2B5EF4-FFF2-40B4-BE49-F238E27FC236}">
                        <a16:creationId xmlns:a16="http://schemas.microsoft.com/office/drawing/2014/main" id="{1B04CC53-EB6F-6744-3985-C7FB136A7D3A}"/>
                      </a:ext>
                    </a:extLst>
                  </p:cNvPr>
                  <p:cNvSpPr/>
                  <p:nvPr/>
                </p:nvSpPr>
                <p:spPr>
                  <a:xfrm>
                    <a:off x="1916205" y="4805265"/>
                    <a:ext cx="2037229" cy="919467"/>
                  </a:xfrm>
                  <a:prstGeom prst="flowChartManualOperation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Generator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1" name="사다리꼴 50">
                    <a:extLst>
                      <a:ext uri="{FF2B5EF4-FFF2-40B4-BE49-F238E27FC236}">
                        <a16:creationId xmlns:a16="http://schemas.microsoft.com/office/drawing/2014/main" id="{A1F06176-7774-1219-C1B2-02DBC49A6D2F}"/>
                      </a:ext>
                    </a:extLst>
                  </p:cNvPr>
                  <p:cNvSpPr/>
                  <p:nvPr/>
                </p:nvSpPr>
                <p:spPr>
                  <a:xfrm>
                    <a:off x="1878736" y="2966648"/>
                    <a:ext cx="2037229" cy="919467"/>
                  </a:xfrm>
                  <a:prstGeom prst="trapezoid">
                    <a:avLst>
                      <a:gd name="adj" fmla="val 38894"/>
                    </a:avLst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Discriminator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직사각형 51">
                    <a:extLst>
                      <a:ext uri="{FF2B5EF4-FFF2-40B4-BE49-F238E27FC236}">
                        <a16:creationId xmlns:a16="http://schemas.microsoft.com/office/drawing/2014/main" id="{EB1FEAB6-A2A2-4694-2B2D-95F14E392AAC}"/>
                      </a:ext>
                    </a:extLst>
                  </p:cNvPr>
                  <p:cNvSpPr/>
                  <p:nvPr/>
                </p:nvSpPr>
                <p:spPr>
                  <a:xfrm>
                    <a:off x="1916205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X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3" name="직사각형 52">
                    <a:extLst>
                      <a:ext uri="{FF2B5EF4-FFF2-40B4-BE49-F238E27FC236}">
                        <a16:creationId xmlns:a16="http://schemas.microsoft.com/office/drawing/2014/main" id="{BA42A9B6-45C6-0691-85BB-CC9EC37655A6}"/>
                      </a:ext>
                    </a:extLst>
                  </p:cNvPr>
                  <p:cNvSpPr/>
                  <p:nvPr/>
                </p:nvSpPr>
                <p:spPr>
                  <a:xfrm>
                    <a:off x="2994842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G(Z)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82F6C9C4-3654-63EF-08BC-DEEB23191F49}"/>
                      </a:ext>
                    </a:extLst>
                  </p:cNvPr>
                  <p:cNvSpPr/>
                  <p:nvPr/>
                </p:nvSpPr>
                <p:spPr>
                  <a:xfrm>
                    <a:off x="2456960" y="5934693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Z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cxnSp>
                <p:nvCxnSpPr>
                  <p:cNvPr id="55" name="직선 화살표 연결선 54">
                    <a:extLst>
                      <a:ext uri="{FF2B5EF4-FFF2-40B4-BE49-F238E27FC236}">
                        <a16:creationId xmlns:a16="http://schemas.microsoft.com/office/drawing/2014/main" id="{F91B20A0-8015-AE7F-54F3-E62E7542AD31}"/>
                      </a:ext>
                    </a:extLst>
                  </p:cNvPr>
                  <p:cNvCxnSpPr>
                    <a:cxnSpLocks/>
                    <a:stCxn id="54" idx="0"/>
                  </p:cNvCxnSpPr>
                  <p:nvPr/>
                </p:nvCxnSpPr>
                <p:spPr>
                  <a:xfrm flipV="1">
                    <a:off x="2917522" y="5735012"/>
                    <a:ext cx="0" cy="19968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직선 화살표 연결선 55">
                    <a:extLst>
                      <a:ext uri="{FF2B5EF4-FFF2-40B4-BE49-F238E27FC236}">
                        <a16:creationId xmlns:a16="http://schemas.microsoft.com/office/drawing/2014/main" id="{9612B85A-D0B5-0410-BFC8-DDE2797E3329}"/>
                      </a:ext>
                    </a:extLst>
                  </p:cNvPr>
                  <p:cNvCxnSpPr>
                    <a:cxnSpLocks/>
                    <a:endCxn id="53" idx="2"/>
                  </p:cNvCxnSpPr>
                  <p:nvPr/>
                </p:nvCxnSpPr>
                <p:spPr>
                  <a:xfrm flipV="1">
                    <a:off x="3455403" y="4509570"/>
                    <a:ext cx="1" cy="29569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직선 화살표 연결선 56">
                    <a:extLst>
                      <a:ext uri="{FF2B5EF4-FFF2-40B4-BE49-F238E27FC236}">
                        <a16:creationId xmlns:a16="http://schemas.microsoft.com/office/drawing/2014/main" id="{DB6016E7-379E-87B3-58E3-CCBE7D9CE2B2}"/>
                      </a:ext>
                    </a:extLst>
                  </p:cNvPr>
                  <p:cNvCxnSpPr>
                    <a:cxnSpLocks/>
                    <a:endCxn id="51" idx="2"/>
                  </p:cNvCxnSpPr>
                  <p:nvPr/>
                </p:nvCxnSpPr>
                <p:spPr>
                  <a:xfrm flipV="1">
                    <a:off x="2897350" y="3886115"/>
                    <a:ext cx="1" cy="16372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직선 화살표 연결선 57">
                    <a:extLst>
                      <a:ext uri="{FF2B5EF4-FFF2-40B4-BE49-F238E27FC236}">
                        <a16:creationId xmlns:a16="http://schemas.microsoft.com/office/drawing/2014/main" id="{11787EB2-D060-7125-5B4C-E48E87F095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76766" y="2802927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직선 화살표 연결선 58">
                    <a:extLst>
                      <a:ext uri="{FF2B5EF4-FFF2-40B4-BE49-F238E27FC236}">
                        <a16:creationId xmlns:a16="http://schemas.microsoft.com/office/drawing/2014/main" id="{0BDAD713-1EB6-313D-7DD6-071DFAB619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60483" y="2800771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직선 연결선 59">
                    <a:extLst>
                      <a:ext uri="{FF2B5EF4-FFF2-40B4-BE49-F238E27FC236}">
                        <a16:creationId xmlns:a16="http://schemas.microsoft.com/office/drawing/2014/main" id="{C516113F-58DC-E73C-ADE4-5B01DC0D44D3}"/>
                      </a:ext>
                    </a:extLst>
                  </p:cNvPr>
                  <p:cNvCxnSpPr>
                    <a:stCxn id="52" idx="0"/>
                  </p:cNvCxnSpPr>
                  <p:nvPr/>
                </p:nvCxnSpPr>
                <p:spPr>
                  <a:xfrm flipH="1" flipV="1">
                    <a:off x="2376766" y="4049836"/>
                    <a:ext cx="1" cy="904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직선 연결선 60">
                    <a:extLst>
                      <a:ext uri="{FF2B5EF4-FFF2-40B4-BE49-F238E27FC236}">
                        <a16:creationId xmlns:a16="http://schemas.microsoft.com/office/drawing/2014/main" id="{B32D9B0B-E446-A420-0BCA-CADA48D464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76766" y="4062536"/>
                    <a:ext cx="1078637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5D0B4CA6-1678-F3DE-E316-2808A988D7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3038" y="3866313"/>
                <a:ext cx="150700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BC91FCA7-5FC5-29A6-4C7F-636F402BDA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89300" y="3866313"/>
                <a:ext cx="6700" cy="1941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3FE4C3D-89EB-A30B-BFBA-2FA5B2C47D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05519" y="5687903"/>
                <a:ext cx="1382015" cy="48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포인트가 5개인 별 7"/>
          <p:cNvSpPr/>
          <p:nvPr/>
        </p:nvSpPr>
        <p:spPr>
          <a:xfrm>
            <a:off x="10929701" y="5165751"/>
            <a:ext cx="524898" cy="524898"/>
          </a:xfrm>
          <a:prstGeom prst="star5">
            <a:avLst>
              <a:gd name="adj" fmla="val 32229"/>
              <a:gd name="hf" fmla="val 105146"/>
              <a:gd name="vf" fmla="val 11055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/>
          <p:cNvGrpSpPr/>
          <p:nvPr/>
        </p:nvGrpSpPr>
        <p:grpSpPr>
          <a:xfrm>
            <a:off x="1048101" y="4163954"/>
            <a:ext cx="6212360" cy="1658060"/>
            <a:chOff x="3126319" y="1335800"/>
            <a:chExt cx="6212360" cy="1658060"/>
          </a:xfrm>
        </p:grpSpPr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469" y="1335800"/>
              <a:ext cx="1658060" cy="1658060"/>
            </a:xfrm>
            <a:prstGeom prst="rect">
              <a:avLst/>
            </a:prstGeom>
          </p:spPr>
        </p:pic>
        <p:sp>
          <p:nvSpPr>
            <p:cNvPr id="64" name="모서리가 둥근 직사각형 63"/>
            <p:cNvSpPr/>
            <p:nvPr/>
          </p:nvSpPr>
          <p:spPr>
            <a:xfrm>
              <a:off x="3126319" y="1964253"/>
              <a:ext cx="1970386" cy="483747"/>
            </a:xfrm>
            <a:prstGeom prst="roundRect">
              <a:avLst/>
            </a:prstGeom>
            <a:solidFill>
              <a:srgbClr val="FE3D9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생성자</a:t>
              </a:r>
              <a:endParaRPr lang="ko-KR" alt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7368293" y="1964253"/>
              <a:ext cx="1970386" cy="483747"/>
            </a:xfrm>
            <a:prstGeom prst="roundRect">
              <a:avLst/>
            </a:prstGeom>
            <a:solidFill>
              <a:srgbClr val="99E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판별자</a:t>
              </a:r>
              <a:endParaRPr lang="ko-KR" alt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B9D836C4-2D3C-ACF2-C28B-E4A31C5F5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16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모델 예시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cGAN</a:t>
            </a:r>
            <a:endParaRPr lang="ko-KR" altLang="en-US" b="1" dirty="0"/>
          </a:p>
          <a:p>
            <a:pPr lvl="1"/>
            <a:endParaRPr lang="en-US" altLang="ko-KR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551937" y="6010153"/>
            <a:ext cx="198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학습 구조도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0686" y="6010153"/>
            <a:ext cx="184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예시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94807" y="1620798"/>
            <a:ext cx="6899725" cy="4341908"/>
            <a:chOff x="394807" y="1620798"/>
            <a:chExt cx="6899725" cy="4341908"/>
          </a:xfrm>
        </p:grpSpPr>
        <p:pic>
          <p:nvPicPr>
            <p:cNvPr id="59" name="내용 개체 틀 16" descr="화폐 윤곽선">
              <a:extLst>
                <a:ext uri="{FF2B5EF4-FFF2-40B4-BE49-F238E27FC236}">
                  <a16:creationId xmlns:a16="http://schemas.microsoft.com/office/drawing/2014/main" id="{B76430B9-E9B3-0D48-35AD-C694DA27D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2333" y="2947490"/>
              <a:ext cx="1279928" cy="1279928"/>
            </a:xfrm>
            <a:prstGeom prst="rect">
              <a:avLst/>
            </a:prstGeom>
          </p:spPr>
        </p:pic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9659C80-06F5-8669-B0F5-4EDAF5AD22EF}"/>
                </a:ext>
              </a:extLst>
            </p:cNvPr>
            <p:cNvGrpSpPr/>
            <p:nvPr/>
          </p:nvGrpSpPr>
          <p:grpSpPr>
            <a:xfrm>
              <a:off x="394807" y="1620798"/>
              <a:ext cx="6899725" cy="2791285"/>
              <a:chOff x="1323671" y="1375557"/>
              <a:chExt cx="9742489" cy="4052383"/>
            </a:xfrm>
          </p:grpSpPr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9BF1C760-DCFA-3C48-162B-2E1C068A6E54}"/>
                  </a:ext>
                </a:extLst>
              </p:cNvPr>
              <p:cNvGrpSpPr/>
              <p:nvPr/>
            </p:nvGrpSpPr>
            <p:grpSpPr>
              <a:xfrm>
                <a:off x="1323671" y="1375557"/>
                <a:ext cx="9742489" cy="3293370"/>
                <a:chOff x="4963496" y="2590099"/>
                <a:chExt cx="5741534" cy="1933272"/>
              </a:xfrm>
            </p:grpSpPr>
            <p:cxnSp>
              <p:nvCxnSpPr>
                <p:cNvPr id="63" name="직선 화살표 연결선 62">
                  <a:extLst>
                    <a:ext uri="{FF2B5EF4-FFF2-40B4-BE49-F238E27FC236}">
                      <a16:creationId xmlns:a16="http://schemas.microsoft.com/office/drawing/2014/main" id="{34B1E7E5-FEE9-CAA8-FCD4-DD783AF7FD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01546" y="3826207"/>
                  <a:ext cx="972087" cy="0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33BD3DCA-84E3-C8BB-178A-D8D7FD3D9909}"/>
                    </a:ext>
                  </a:extLst>
                </p:cNvPr>
                <p:cNvGrpSpPr/>
                <p:nvPr/>
              </p:nvGrpSpPr>
              <p:grpSpPr>
                <a:xfrm>
                  <a:off x="4963496" y="2590099"/>
                  <a:ext cx="5741534" cy="1933272"/>
                  <a:chOff x="4963496" y="2590099"/>
                  <a:chExt cx="5741534" cy="1933272"/>
                </a:xfrm>
              </p:grpSpPr>
              <p:cxnSp>
                <p:nvCxnSpPr>
                  <p:cNvPr id="65" name="직선 화살표 연결선 64">
                    <a:extLst>
                      <a:ext uri="{FF2B5EF4-FFF2-40B4-BE49-F238E27FC236}">
                        <a16:creationId xmlns:a16="http://schemas.microsoft.com/office/drawing/2014/main" id="{F1C622A9-5083-700A-D02C-058B55A0A354}"/>
                      </a:ext>
                    </a:extLst>
                  </p:cNvPr>
                  <p:cNvCxnSpPr/>
                  <p:nvPr/>
                </p:nvCxnSpPr>
                <p:spPr>
                  <a:xfrm>
                    <a:off x="6078112" y="3189370"/>
                    <a:ext cx="920670" cy="0"/>
                  </a:xfrm>
                  <a:prstGeom prst="straightConnector1">
                    <a:avLst/>
                  </a:prstGeom>
                  <a:ln w="762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" name="그룹 65">
                    <a:extLst>
                      <a:ext uri="{FF2B5EF4-FFF2-40B4-BE49-F238E27FC236}">
                        <a16:creationId xmlns:a16="http://schemas.microsoft.com/office/drawing/2014/main" id="{7173B31F-9231-B936-1EB6-B0CCFE996643}"/>
                      </a:ext>
                    </a:extLst>
                  </p:cNvPr>
                  <p:cNvGrpSpPr/>
                  <p:nvPr/>
                </p:nvGrpSpPr>
                <p:grpSpPr>
                  <a:xfrm>
                    <a:off x="4963496" y="2590099"/>
                    <a:ext cx="5741534" cy="1933272"/>
                    <a:chOff x="4963496" y="2590099"/>
                    <a:chExt cx="5741534" cy="1933272"/>
                  </a:xfrm>
                </p:grpSpPr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48B4031-B40E-AF95-A76E-171889A454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26148" y="4261073"/>
                      <a:ext cx="737945" cy="2622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ko-KR" altLang="en-US" sz="1400" dirty="0">
                          <a:latin typeface="+mn-ea"/>
                        </a:rPr>
                        <a:t>경찰</a:t>
                      </a:r>
                    </a:p>
                  </p:txBody>
                </p:sp>
                <p:grpSp>
                  <p:nvGrpSpPr>
                    <p:cNvPr id="68" name="그룹 67">
                      <a:extLst>
                        <a:ext uri="{FF2B5EF4-FFF2-40B4-BE49-F238E27FC236}">
                          <a16:creationId xmlns:a16="http://schemas.microsoft.com/office/drawing/2014/main" id="{EFE9DF52-1A2F-D796-BDB4-D75D44EE35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3496" y="2590099"/>
                      <a:ext cx="5741534" cy="1737708"/>
                      <a:chOff x="4963496" y="2590099"/>
                      <a:chExt cx="5741534" cy="1737708"/>
                    </a:xfrm>
                  </p:grpSpPr>
                  <p:grpSp>
                    <p:nvGrpSpPr>
                      <p:cNvPr id="69" name="그룹 68">
                        <a:extLst>
                          <a:ext uri="{FF2B5EF4-FFF2-40B4-BE49-F238E27FC236}">
                            <a16:creationId xmlns:a16="http://schemas.microsoft.com/office/drawing/2014/main" id="{2BFB53D9-BB75-3216-E507-D8942F133F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63496" y="2590099"/>
                        <a:ext cx="5741534" cy="1737708"/>
                        <a:chOff x="4963496" y="2590099"/>
                        <a:chExt cx="5741534" cy="1737708"/>
                      </a:xfrm>
                    </p:grpSpPr>
                    <p:grpSp>
                      <p:nvGrpSpPr>
                        <p:cNvPr id="71" name="그룹 70">
                          <a:extLst>
                            <a:ext uri="{FF2B5EF4-FFF2-40B4-BE49-F238E27FC236}">
                              <a16:creationId xmlns:a16="http://schemas.microsoft.com/office/drawing/2014/main" id="{89CECAA6-58C6-BC44-90CF-D52017CF1E3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053726" y="2590099"/>
                          <a:ext cx="5651304" cy="1737708"/>
                          <a:chOff x="5053726" y="2590099"/>
                          <a:chExt cx="5651304" cy="1737708"/>
                        </a:xfrm>
                      </p:grpSpPr>
                      <p:grpSp>
                        <p:nvGrpSpPr>
                          <p:cNvPr id="73" name="그룹 72">
                            <a:extLst>
                              <a:ext uri="{FF2B5EF4-FFF2-40B4-BE49-F238E27FC236}">
                                <a16:creationId xmlns:a16="http://schemas.microsoft.com/office/drawing/2014/main" id="{C9EDD025-EA40-4AB7-6B8F-BBEE475138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053726" y="2590099"/>
                            <a:ext cx="3158275" cy="1104959"/>
                            <a:chOff x="5053726" y="2590099"/>
                            <a:chExt cx="3158275" cy="1104959"/>
                          </a:xfrm>
                        </p:grpSpPr>
                        <p:pic>
                          <p:nvPicPr>
                            <p:cNvPr id="75" name="그래픽 18" descr="화폐 단색으로 채워진">
                              <a:extLst>
                                <a:ext uri="{FF2B5EF4-FFF2-40B4-BE49-F238E27FC236}">
                                  <a16:creationId xmlns:a16="http://schemas.microsoft.com/office/drawing/2014/main" id="{658D9F5E-D92D-947C-1452-B1ED4F3C2DF7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 cstate="print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  <a:ext uri="{96DAC541-7B7A-43D3-8B79-37D633B846F1}">
                                  <asvg:svgBlip xmlns:asvg="http://schemas.microsoft.com/office/drawing/2016/SVG/main" r:embed="rId5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69727" y="2590099"/>
                              <a:ext cx="1042274" cy="1042274"/>
                            </a:xfrm>
                            <a:prstGeom prst="rect">
                              <a:avLst/>
                            </a:prstGeom>
                          </p:spPr>
                        </p:pic>
                        <p:pic>
                          <p:nvPicPr>
                            <p:cNvPr id="76" name="그래픽 21" descr="단색으로 채워진 무표정한 얼굴 단색으로 채워진">
                              <a:extLst>
                                <a:ext uri="{FF2B5EF4-FFF2-40B4-BE49-F238E27FC236}">
                                  <a16:creationId xmlns:a16="http://schemas.microsoft.com/office/drawing/2014/main" id="{68F806E8-FF3C-D89D-1862-33082A11C916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6" cstate="print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  <a:ext uri="{96DAC541-7B7A-43D3-8B79-37D633B846F1}">
                                  <asvg:svgBlip xmlns:asvg="http://schemas.microsoft.com/office/drawing/2016/SVG/main" r:embed="rId7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53726" y="2652784"/>
                              <a:ext cx="1042274" cy="10422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74" name="그래픽 23" descr="경찰관 남성 단색으로 채워진">
                            <a:extLst>
                              <a:ext uri="{FF2B5EF4-FFF2-40B4-BE49-F238E27FC236}">
                                <a16:creationId xmlns:a16="http://schemas.microsoft.com/office/drawing/2014/main" id="{0F6D8D29-7A5C-75CC-A596-9B94C156DD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 cstate="print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  <a:ext uri="{96DAC541-7B7A-43D3-8B79-37D633B846F1}">
                                <asvg:svgBlip xmlns:asvg="http://schemas.microsoft.com/office/drawing/2016/SVG/main" r:embed="rId9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488459" y="3111236"/>
                            <a:ext cx="1216571" cy="1216571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sp>
                      <p:nvSpPr>
                        <p:cNvPr id="72" name="TextBox 71">
                          <a:extLst>
                            <a:ext uri="{FF2B5EF4-FFF2-40B4-BE49-F238E27FC236}">
                              <a16:creationId xmlns:a16="http://schemas.microsoft.com/office/drawing/2014/main" id="{E22B972F-1471-7640-4948-900D86CC22B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963496" y="3591838"/>
                          <a:ext cx="1216571" cy="26229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ko-KR" altLang="en-US" sz="1400" dirty="0">
                              <a:latin typeface="+mn-ea"/>
                            </a:rPr>
                            <a:t>범죄자</a:t>
                          </a:r>
                        </a:p>
                      </p:txBody>
                    </p:sp>
                  </p:grpSp>
                  <p:sp>
                    <p:nvSpPr>
                      <p:cNvPr id="70" name="TextBox 69">
                        <a:extLst>
                          <a:ext uri="{FF2B5EF4-FFF2-40B4-BE49-F238E27FC236}">
                            <a16:creationId xmlns:a16="http://schemas.microsoft.com/office/drawing/2014/main" id="{B237DAE3-26E1-89E9-FEAD-473F5C27AD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55518" y="3563909"/>
                        <a:ext cx="1475887" cy="2622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00" dirty="0">
                            <a:latin typeface="+mn-ea"/>
                          </a:rPr>
                          <a:t>Fake</a:t>
                        </a:r>
                        <a:endParaRPr lang="ko-KR" altLang="en-US" sz="1400" dirty="0">
                          <a:latin typeface="+mn-ea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36F4B8B-84C1-551E-4529-6182B298B12F}"/>
                  </a:ext>
                </a:extLst>
              </p:cNvPr>
              <p:cNvSpPr txBox="1"/>
              <p:nvPr/>
            </p:nvSpPr>
            <p:spPr>
              <a:xfrm>
                <a:off x="4713468" y="4981110"/>
                <a:ext cx="2504350" cy="446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Real</a:t>
                </a:r>
                <a:endParaRPr lang="ko-KR" altLang="en-US" sz="1400" dirty="0">
                  <a:latin typeface="+mn-ea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006F1B3-B0A4-2B2A-4A17-160EC6EDCBB2}"/>
                </a:ext>
              </a:extLst>
            </p:cNvPr>
            <p:cNvGrpSpPr/>
            <p:nvPr/>
          </p:nvGrpSpPr>
          <p:grpSpPr>
            <a:xfrm>
              <a:off x="1568784" y="2609515"/>
              <a:ext cx="4986475" cy="3353191"/>
              <a:chOff x="2535111" y="1719868"/>
              <a:chExt cx="5404222" cy="4868155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41A3B10-8624-10E6-3417-C670F932891A}"/>
                  </a:ext>
                </a:extLst>
              </p:cNvPr>
              <p:cNvSpPr txBox="1"/>
              <p:nvPr/>
            </p:nvSpPr>
            <p:spPr>
              <a:xfrm>
                <a:off x="2535111" y="5828413"/>
                <a:ext cx="2811896" cy="759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ea"/>
                  </a:rPr>
                  <a:t>판별 정보</a:t>
                </a:r>
                <a:endParaRPr lang="en-US" altLang="ko-KR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+mn-ea"/>
                </a:endParaRPr>
              </a:p>
              <a:p>
                <a:pPr algn="ctr"/>
                <a:r>
                  <a:rPr lang="en-US" altLang="ko-KR" sz="1400" b="0" i="0" dirty="0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latin typeface="+mn-ea"/>
                  </a:rPr>
                  <a:t>Ex)Ink &amp; Hologram</a:t>
                </a:r>
              </a:p>
            </p:txBody>
          </p:sp>
          <p:pic>
            <p:nvPicPr>
              <p:cNvPr id="79" name="그래픽 48" descr="클립보드 단색으로 채워진">
                <a:extLst>
                  <a:ext uri="{FF2B5EF4-FFF2-40B4-BE49-F238E27FC236}">
                    <a16:creationId xmlns:a16="http://schemas.microsoft.com/office/drawing/2014/main" id="{F7C1BAC2-9F86-57AE-8A52-4F17BA8477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49583" y="4253928"/>
                <a:ext cx="1382952" cy="1574485"/>
              </a:xfrm>
              <a:prstGeom prst="rect">
                <a:avLst/>
              </a:prstGeom>
            </p:spPr>
          </p:pic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BBBEF0FA-BDE0-1ECC-DAC5-D72281A80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7915" y="1719868"/>
                <a:ext cx="0" cy="261696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EB77556E-E8DF-6896-FF1B-30B6C1DBDD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07138" y="3521552"/>
                <a:ext cx="0" cy="1823183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8F3D7F98-DBF0-F120-407A-F06AEC62194C}"/>
                  </a:ext>
                </a:extLst>
              </p:cNvPr>
              <p:cNvCxnSpPr/>
              <p:nvPr/>
            </p:nvCxnSpPr>
            <p:spPr>
              <a:xfrm>
                <a:off x="4475408" y="5312535"/>
                <a:ext cx="3463925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D9C0247-DD97-FFEF-C46E-652CAD6238F6}"/>
              </a:ext>
            </a:extLst>
          </p:cNvPr>
          <p:cNvCxnSpPr>
            <a:cxnSpLocks/>
          </p:cNvCxnSpPr>
          <p:nvPr/>
        </p:nvCxnSpPr>
        <p:spPr>
          <a:xfrm flipV="1">
            <a:off x="7972433" y="5705314"/>
            <a:ext cx="730117" cy="1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A87AF99-26FA-1685-C5C4-DA4D45FDCD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7312926" y="5392215"/>
            <a:ext cx="614314" cy="59417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29F583E-4AD3-6421-B55F-AEDEDFD9E50F}"/>
              </a:ext>
            </a:extLst>
          </p:cNvPr>
          <p:cNvGrpSpPr/>
          <p:nvPr/>
        </p:nvGrpSpPr>
        <p:grpSpPr>
          <a:xfrm>
            <a:off x="8107454" y="1606425"/>
            <a:ext cx="3420000" cy="4320000"/>
            <a:chOff x="3529684" y="2306533"/>
            <a:chExt cx="3020177" cy="387043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D8128D-3E1F-E1AF-D5F3-2A0408293D05}"/>
                </a:ext>
              </a:extLst>
            </p:cNvPr>
            <p:cNvSpPr/>
            <p:nvPr/>
          </p:nvSpPr>
          <p:spPr>
            <a:xfrm>
              <a:off x="5628738" y="5807631"/>
              <a:ext cx="921123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b="1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72655E5-83A3-6537-EE42-CF278D0109D4}"/>
                </a:ext>
              </a:extLst>
            </p:cNvPr>
            <p:cNvGrpSpPr/>
            <p:nvPr/>
          </p:nvGrpSpPr>
          <p:grpSpPr>
            <a:xfrm>
              <a:off x="3529684" y="2306533"/>
              <a:ext cx="2580363" cy="3870430"/>
              <a:chOff x="3529684" y="2306533"/>
              <a:chExt cx="2580363" cy="3870430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4120BD4A-AEA9-09B2-4F1F-2BEBEFEB268B}"/>
                  </a:ext>
                </a:extLst>
              </p:cNvPr>
              <p:cNvGrpSpPr/>
              <p:nvPr/>
            </p:nvGrpSpPr>
            <p:grpSpPr>
              <a:xfrm>
                <a:off x="3529684" y="2306533"/>
                <a:ext cx="2074698" cy="3870430"/>
                <a:chOff x="1878736" y="2433595"/>
                <a:chExt cx="2074698" cy="3870430"/>
              </a:xfrm>
            </p:grpSpPr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F28B5A64-1490-4A6B-B10E-25C14BBBA27D}"/>
                    </a:ext>
                  </a:extLst>
                </p:cNvPr>
                <p:cNvCxnSpPr/>
                <p:nvPr/>
              </p:nvCxnSpPr>
              <p:spPr>
                <a:xfrm flipH="1" flipV="1">
                  <a:off x="3455403" y="4049836"/>
                  <a:ext cx="1" cy="904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8F6D328-D95D-6DAB-990E-A91DABA18D27}"/>
                    </a:ext>
                  </a:extLst>
                </p:cNvPr>
                <p:cNvGrpSpPr/>
                <p:nvPr/>
              </p:nvGrpSpPr>
              <p:grpSpPr>
                <a:xfrm>
                  <a:off x="1878736" y="2433595"/>
                  <a:ext cx="2074698" cy="3870430"/>
                  <a:chOff x="1878736" y="2433595"/>
                  <a:chExt cx="2074698" cy="3870430"/>
                </a:xfrm>
              </p:grpSpPr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AEE37D3F-77F4-C8BA-41BA-A91B9D0BAE4D}"/>
                      </a:ext>
                    </a:extLst>
                  </p:cNvPr>
                  <p:cNvSpPr/>
                  <p:nvPr/>
                </p:nvSpPr>
                <p:spPr>
                  <a:xfrm>
                    <a:off x="1916206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real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FDDCC89B-2A3D-09DE-2C94-3C5AA3EFF164}"/>
                      </a:ext>
                    </a:extLst>
                  </p:cNvPr>
                  <p:cNvSpPr/>
                  <p:nvPr/>
                </p:nvSpPr>
                <p:spPr>
                  <a:xfrm>
                    <a:off x="2994842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fake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40" name="순서도: 수동 연산 39">
                    <a:extLst>
                      <a:ext uri="{FF2B5EF4-FFF2-40B4-BE49-F238E27FC236}">
                        <a16:creationId xmlns:a16="http://schemas.microsoft.com/office/drawing/2014/main" id="{D219590E-9E28-38C9-B131-9974A3DE8B2D}"/>
                      </a:ext>
                    </a:extLst>
                  </p:cNvPr>
                  <p:cNvSpPr/>
                  <p:nvPr/>
                </p:nvSpPr>
                <p:spPr>
                  <a:xfrm>
                    <a:off x="1916205" y="4805265"/>
                    <a:ext cx="2037229" cy="919467"/>
                  </a:xfrm>
                  <a:prstGeom prst="flowChartManualOperation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Generator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" name="사다리꼴 40">
                    <a:extLst>
                      <a:ext uri="{FF2B5EF4-FFF2-40B4-BE49-F238E27FC236}">
                        <a16:creationId xmlns:a16="http://schemas.microsoft.com/office/drawing/2014/main" id="{8018BD74-4F28-EC87-4492-2681AFDCFFC1}"/>
                      </a:ext>
                    </a:extLst>
                  </p:cNvPr>
                  <p:cNvSpPr/>
                  <p:nvPr/>
                </p:nvSpPr>
                <p:spPr>
                  <a:xfrm>
                    <a:off x="1878736" y="2966648"/>
                    <a:ext cx="2037229" cy="919467"/>
                  </a:xfrm>
                  <a:prstGeom prst="trapezoid">
                    <a:avLst>
                      <a:gd name="adj" fmla="val 38894"/>
                    </a:avLst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Discriminator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EBB8889B-DAEB-E7BD-F94C-3F6A3059D1FB}"/>
                      </a:ext>
                    </a:extLst>
                  </p:cNvPr>
                  <p:cNvSpPr/>
                  <p:nvPr/>
                </p:nvSpPr>
                <p:spPr>
                  <a:xfrm>
                    <a:off x="1916205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X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44" name="직사각형 43">
                    <a:extLst>
                      <a:ext uri="{FF2B5EF4-FFF2-40B4-BE49-F238E27FC236}">
                        <a16:creationId xmlns:a16="http://schemas.microsoft.com/office/drawing/2014/main" id="{A991F53D-155D-8F5A-99A4-8CFDE26A55A4}"/>
                      </a:ext>
                    </a:extLst>
                  </p:cNvPr>
                  <p:cNvSpPr/>
                  <p:nvPr/>
                </p:nvSpPr>
                <p:spPr>
                  <a:xfrm>
                    <a:off x="2994842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G(Z)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45" name="직사각형 44">
                    <a:extLst>
                      <a:ext uri="{FF2B5EF4-FFF2-40B4-BE49-F238E27FC236}">
                        <a16:creationId xmlns:a16="http://schemas.microsoft.com/office/drawing/2014/main" id="{F4DC2453-03A4-3E24-B03A-D2DE4D2742B8}"/>
                      </a:ext>
                    </a:extLst>
                  </p:cNvPr>
                  <p:cNvSpPr/>
                  <p:nvPr/>
                </p:nvSpPr>
                <p:spPr>
                  <a:xfrm>
                    <a:off x="2456960" y="5934693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Z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cxnSp>
                <p:nvCxnSpPr>
                  <p:cNvPr id="46" name="직선 화살표 연결선 45">
                    <a:extLst>
                      <a:ext uri="{FF2B5EF4-FFF2-40B4-BE49-F238E27FC236}">
                        <a16:creationId xmlns:a16="http://schemas.microsoft.com/office/drawing/2014/main" id="{4F51BF63-6E9B-47CA-850D-A99CB10185BF}"/>
                      </a:ext>
                    </a:extLst>
                  </p:cNvPr>
                  <p:cNvCxnSpPr>
                    <a:cxnSpLocks/>
                    <a:stCxn id="45" idx="0"/>
                  </p:cNvCxnSpPr>
                  <p:nvPr/>
                </p:nvCxnSpPr>
                <p:spPr>
                  <a:xfrm flipV="1">
                    <a:off x="2917522" y="5735012"/>
                    <a:ext cx="0" cy="19968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직선 화살표 연결선 46">
                    <a:extLst>
                      <a:ext uri="{FF2B5EF4-FFF2-40B4-BE49-F238E27FC236}">
                        <a16:creationId xmlns:a16="http://schemas.microsoft.com/office/drawing/2014/main" id="{92E79915-12DF-ECF9-FB45-EB0FADBA9CD0}"/>
                      </a:ext>
                    </a:extLst>
                  </p:cNvPr>
                  <p:cNvCxnSpPr>
                    <a:cxnSpLocks/>
                    <a:endCxn id="44" idx="2"/>
                  </p:cNvCxnSpPr>
                  <p:nvPr/>
                </p:nvCxnSpPr>
                <p:spPr>
                  <a:xfrm flipV="1">
                    <a:off x="3455403" y="4509570"/>
                    <a:ext cx="1" cy="29569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화살표 연결선 47">
                    <a:extLst>
                      <a:ext uri="{FF2B5EF4-FFF2-40B4-BE49-F238E27FC236}">
                        <a16:creationId xmlns:a16="http://schemas.microsoft.com/office/drawing/2014/main" id="{E3C1C30B-0D33-A67B-9AE5-FBA06CF0550D}"/>
                      </a:ext>
                    </a:extLst>
                  </p:cNvPr>
                  <p:cNvCxnSpPr>
                    <a:cxnSpLocks/>
                    <a:endCxn id="41" idx="2"/>
                  </p:cNvCxnSpPr>
                  <p:nvPr/>
                </p:nvCxnSpPr>
                <p:spPr>
                  <a:xfrm flipV="1">
                    <a:off x="2897350" y="3886115"/>
                    <a:ext cx="1" cy="16372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직선 화살표 연결선 48">
                    <a:extLst>
                      <a:ext uri="{FF2B5EF4-FFF2-40B4-BE49-F238E27FC236}">
                        <a16:creationId xmlns:a16="http://schemas.microsoft.com/office/drawing/2014/main" id="{507214A5-5C6D-A212-C5BB-E212B99C95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76766" y="2802927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직선 화살표 연결선 49">
                    <a:extLst>
                      <a:ext uri="{FF2B5EF4-FFF2-40B4-BE49-F238E27FC236}">
                        <a16:creationId xmlns:a16="http://schemas.microsoft.com/office/drawing/2014/main" id="{BE04F386-051C-93F3-1A0A-D6CF475B1A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60483" y="2800771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직선 연결선 50">
                    <a:extLst>
                      <a:ext uri="{FF2B5EF4-FFF2-40B4-BE49-F238E27FC236}">
                        <a16:creationId xmlns:a16="http://schemas.microsoft.com/office/drawing/2014/main" id="{4B26AE81-F817-988C-9FAA-1E65DCAB8475}"/>
                      </a:ext>
                    </a:extLst>
                  </p:cNvPr>
                  <p:cNvCxnSpPr>
                    <a:stCxn id="43" idx="0"/>
                  </p:cNvCxnSpPr>
                  <p:nvPr/>
                </p:nvCxnSpPr>
                <p:spPr>
                  <a:xfrm flipH="1" flipV="1">
                    <a:off x="2376766" y="4049836"/>
                    <a:ext cx="1" cy="904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직선 연결선 51">
                    <a:extLst>
                      <a:ext uri="{FF2B5EF4-FFF2-40B4-BE49-F238E27FC236}">
                        <a16:creationId xmlns:a16="http://schemas.microsoft.com/office/drawing/2014/main" id="{0AD20B39-FE4C-5F80-D5CE-2C4BAB0C22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76766" y="4062536"/>
                    <a:ext cx="1078637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291BE967-0B7B-1783-AA2F-2CEF86F77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3038" y="3866313"/>
                <a:ext cx="150700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3D6E063A-DD6A-4A3C-C864-ABCF30544B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89300" y="3866313"/>
                <a:ext cx="6700" cy="1941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428F7009-C4FE-59CE-B7A2-F75A913A05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05519" y="5687903"/>
                <a:ext cx="1382015" cy="48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포인트가 5개인 별 7">
            <a:extLst>
              <a:ext uri="{FF2B5EF4-FFF2-40B4-BE49-F238E27FC236}">
                <a16:creationId xmlns:a16="http://schemas.microsoft.com/office/drawing/2014/main" id="{5D8EAC25-5B1A-F616-0433-CD21B726A047}"/>
              </a:ext>
            </a:extLst>
          </p:cNvPr>
          <p:cNvSpPr/>
          <p:nvPr/>
        </p:nvSpPr>
        <p:spPr>
          <a:xfrm>
            <a:off x="11288430" y="5187608"/>
            <a:ext cx="524898" cy="524898"/>
          </a:xfrm>
          <a:prstGeom prst="star5">
            <a:avLst>
              <a:gd name="adj" fmla="val 32229"/>
              <a:gd name="hf" fmla="val 105146"/>
              <a:gd name="vf" fmla="val 11055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바닥글 개체 틀 3">
            <a:extLst>
              <a:ext uri="{FF2B5EF4-FFF2-40B4-BE49-F238E27FC236}">
                <a16:creationId xmlns:a16="http://schemas.microsoft.com/office/drawing/2014/main" id="{629752AB-AD35-D469-21C1-44AF3CDA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406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제안하는 연구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b="1" dirty="0" err="1"/>
              <a:t>cGAN</a:t>
            </a:r>
            <a:endParaRPr lang="ko-KR" altLang="en-US" b="1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Conditional Generative Adversarial Network</a:t>
            </a:r>
          </a:p>
          <a:p>
            <a:pPr lvl="1">
              <a:lnSpc>
                <a:spcPct val="100000"/>
              </a:lnSpc>
            </a:pPr>
            <a:r>
              <a:rPr lang="ko-KR" altLang="en-US" sz="2000" b="1" u="sng" dirty="0"/>
              <a:t>생성된 데이터가 특정 조건</a:t>
            </a:r>
            <a:r>
              <a:rPr lang="en-US" altLang="ko-KR" sz="2000" b="1" u="sng" dirty="0"/>
              <a:t>(c)</a:t>
            </a:r>
            <a:r>
              <a:rPr lang="ko-KR" altLang="en-US" sz="2000" b="1" u="sng" dirty="0"/>
              <a:t>에</a:t>
            </a:r>
            <a:r>
              <a:rPr lang="en-US" altLang="ko-KR" sz="2000" b="1" u="sng" dirty="0"/>
              <a:t> </a:t>
            </a:r>
            <a:r>
              <a:rPr lang="ko-KR" altLang="en-US" sz="2000" b="1" u="sng" dirty="0"/>
              <a:t>따라 다른 모델</a:t>
            </a:r>
            <a:endParaRPr lang="en-US" altLang="ko-KR" sz="2000" b="1" u="sng" dirty="0"/>
          </a:p>
          <a:p>
            <a:pPr lvl="1">
              <a:lnSpc>
                <a:spcPct val="100000"/>
              </a:lnSpc>
            </a:pPr>
            <a:r>
              <a:rPr lang="ko-KR" altLang="en-US" sz="2000" dirty="0" err="1"/>
              <a:t>생성자와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판별자</a:t>
            </a:r>
            <a:r>
              <a:rPr lang="ko-KR" altLang="en-US" sz="2000" dirty="0"/>
              <a:t> 모두 조건 변수 추가 입력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특정 </a:t>
            </a:r>
            <a:r>
              <a:rPr lang="ko-KR" altLang="en-US" sz="2000" dirty="0" err="1"/>
              <a:t>조건마다</a:t>
            </a:r>
            <a:r>
              <a:rPr lang="ko-KR" altLang="en-US" sz="2000" dirty="0"/>
              <a:t> 제어된 데이터를 생성할 수 있는 모델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실시간 침수 예측모델에 </a:t>
            </a:r>
            <a:r>
              <a:rPr lang="en-US" altLang="ko-KR" sz="2000" b="1" u="sng" dirty="0" err="1"/>
              <a:t>cGAN</a:t>
            </a:r>
            <a:r>
              <a:rPr lang="ko-KR" altLang="en-US" sz="2000" b="1" u="sng" dirty="0"/>
              <a:t>을 적용하는 이유</a:t>
            </a:r>
            <a:endParaRPr lang="en-US" altLang="ko-KR" sz="2000" b="1" u="sng" dirty="0"/>
          </a:p>
          <a:p>
            <a:pPr lvl="2">
              <a:lnSpc>
                <a:spcPct val="100000"/>
              </a:lnSpc>
            </a:pPr>
            <a:r>
              <a:rPr lang="ko-KR" altLang="en-US" sz="1600" dirty="0"/>
              <a:t>강수량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지형등을</a:t>
            </a:r>
            <a:r>
              <a:rPr lang="ko-KR" altLang="en-US" sz="1600" dirty="0"/>
              <a:t> 조건으로 사용하여 </a:t>
            </a:r>
            <a:r>
              <a:rPr lang="ko-KR" altLang="en-US" sz="1600" b="1" u="sng" dirty="0"/>
              <a:t>제어된 데이터 생성 가능</a:t>
            </a:r>
            <a:endParaRPr lang="en-US" altLang="ko-KR" sz="1600" b="1" u="sng" dirty="0"/>
          </a:p>
        </p:txBody>
      </p:sp>
      <p:sp>
        <p:nvSpPr>
          <p:cNvPr id="24" name="TextBox 23"/>
          <p:cNvSpPr txBox="1"/>
          <p:nvPr/>
        </p:nvSpPr>
        <p:spPr>
          <a:xfrm>
            <a:off x="8526481" y="6010153"/>
            <a:ext cx="204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cGAN</a:t>
            </a:r>
            <a:r>
              <a:rPr lang="en-US" altLang="ko-KR" dirty="0"/>
              <a:t> </a:t>
            </a:r>
            <a:r>
              <a:rPr lang="ko-KR" altLang="en-US" dirty="0"/>
              <a:t>학습 구조도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6FA1238-1284-20F5-CA3A-FA58401F853D}"/>
              </a:ext>
            </a:extLst>
          </p:cNvPr>
          <p:cNvGrpSpPr/>
          <p:nvPr/>
        </p:nvGrpSpPr>
        <p:grpSpPr>
          <a:xfrm>
            <a:off x="7764196" y="1576765"/>
            <a:ext cx="3420000" cy="4320000"/>
            <a:chOff x="3529684" y="2306533"/>
            <a:chExt cx="3020177" cy="387043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DD0604B-B8FC-3AA8-48A3-42BD2FE0AFBB}"/>
                </a:ext>
              </a:extLst>
            </p:cNvPr>
            <p:cNvSpPr/>
            <p:nvPr/>
          </p:nvSpPr>
          <p:spPr>
            <a:xfrm>
              <a:off x="5628738" y="5807631"/>
              <a:ext cx="921123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b="1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FC08CE4-3248-FB78-2ACB-F222E6905DFC}"/>
                </a:ext>
              </a:extLst>
            </p:cNvPr>
            <p:cNvGrpSpPr/>
            <p:nvPr/>
          </p:nvGrpSpPr>
          <p:grpSpPr>
            <a:xfrm>
              <a:off x="3529684" y="2306533"/>
              <a:ext cx="2580363" cy="3870430"/>
              <a:chOff x="3529684" y="2306533"/>
              <a:chExt cx="2580363" cy="387043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51C0E1E6-20E1-5AB1-FED1-E7FE3DFEAC59}"/>
                  </a:ext>
                </a:extLst>
              </p:cNvPr>
              <p:cNvGrpSpPr/>
              <p:nvPr/>
            </p:nvGrpSpPr>
            <p:grpSpPr>
              <a:xfrm>
                <a:off x="3529684" y="2306533"/>
                <a:ext cx="2074698" cy="3870430"/>
                <a:chOff x="1878736" y="2433595"/>
                <a:chExt cx="2074698" cy="3870430"/>
              </a:xfrm>
            </p:grpSpPr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92751501-222F-BF02-4F64-31F0356E8C1E}"/>
                    </a:ext>
                  </a:extLst>
                </p:cNvPr>
                <p:cNvCxnSpPr/>
                <p:nvPr/>
              </p:nvCxnSpPr>
              <p:spPr>
                <a:xfrm flipH="1" flipV="1">
                  <a:off x="3455403" y="4049836"/>
                  <a:ext cx="1" cy="904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BB805F0D-3A37-355F-ED36-682C9B586FC3}"/>
                    </a:ext>
                  </a:extLst>
                </p:cNvPr>
                <p:cNvGrpSpPr/>
                <p:nvPr/>
              </p:nvGrpSpPr>
              <p:grpSpPr>
                <a:xfrm>
                  <a:off x="1878736" y="2433595"/>
                  <a:ext cx="2074698" cy="3870430"/>
                  <a:chOff x="1878736" y="2433595"/>
                  <a:chExt cx="2074698" cy="3870430"/>
                </a:xfrm>
              </p:grpSpPr>
              <p:sp>
                <p:nvSpPr>
                  <p:cNvPr id="48" name="직사각형 47">
                    <a:extLst>
                      <a:ext uri="{FF2B5EF4-FFF2-40B4-BE49-F238E27FC236}">
                        <a16:creationId xmlns:a16="http://schemas.microsoft.com/office/drawing/2014/main" id="{0724A75D-5077-D2B3-FC99-E4B4894BE48C}"/>
                      </a:ext>
                    </a:extLst>
                  </p:cNvPr>
                  <p:cNvSpPr/>
                  <p:nvPr/>
                </p:nvSpPr>
                <p:spPr>
                  <a:xfrm>
                    <a:off x="1916206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real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49" name="직사각형 48">
                    <a:extLst>
                      <a:ext uri="{FF2B5EF4-FFF2-40B4-BE49-F238E27FC236}">
                        <a16:creationId xmlns:a16="http://schemas.microsoft.com/office/drawing/2014/main" id="{D2703775-3FD6-13F7-A592-1320FD850299}"/>
                      </a:ext>
                    </a:extLst>
                  </p:cNvPr>
                  <p:cNvSpPr/>
                  <p:nvPr/>
                </p:nvSpPr>
                <p:spPr>
                  <a:xfrm>
                    <a:off x="2994842" y="2433595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fake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0" name="순서도: 수동 연산 49">
                    <a:extLst>
                      <a:ext uri="{FF2B5EF4-FFF2-40B4-BE49-F238E27FC236}">
                        <a16:creationId xmlns:a16="http://schemas.microsoft.com/office/drawing/2014/main" id="{1B04CC53-EB6F-6744-3985-C7FB136A7D3A}"/>
                      </a:ext>
                    </a:extLst>
                  </p:cNvPr>
                  <p:cNvSpPr/>
                  <p:nvPr/>
                </p:nvSpPr>
                <p:spPr>
                  <a:xfrm>
                    <a:off x="1916205" y="4805265"/>
                    <a:ext cx="2037229" cy="919467"/>
                  </a:xfrm>
                  <a:prstGeom prst="flowChartManualOperation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Generator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1" name="사다리꼴 50">
                    <a:extLst>
                      <a:ext uri="{FF2B5EF4-FFF2-40B4-BE49-F238E27FC236}">
                        <a16:creationId xmlns:a16="http://schemas.microsoft.com/office/drawing/2014/main" id="{A1F06176-7774-1219-C1B2-02DBC49A6D2F}"/>
                      </a:ext>
                    </a:extLst>
                  </p:cNvPr>
                  <p:cNvSpPr/>
                  <p:nvPr/>
                </p:nvSpPr>
                <p:spPr>
                  <a:xfrm>
                    <a:off x="1878736" y="2966648"/>
                    <a:ext cx="2037229" cy="919467"/>
                  </a:xfrm>
                  <a:prstGeom prst="trapezoid">
                    <a:avLst>
                      <a:gd name="adj" fmla="val 38894"/>
                    </a:avLst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</a:rPr>
                      <a:t>Discriminator</a:t>
                    </a:r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직사각형 51">
                    <a:extLst>
                      <a:ext uri="{FF2B5EF4-FFF2-40B4-BE49-F238E27FC236}">
                        <a16:creationId xmlns:a16="http://schemas.microsoft.com/office/drawing/2014/main" id="{EB1FEAB6-A2A2-4694-2B2D-95F14E392AAC}"/>
                      </a:ext>
                    </a:extLst>
                  </p:cNvPr>
                  <p:cNvSpPr/>
                  <p:nvPr/>
                </p:nvSpPr>
                <p:spPr>
                  <a:xfrm>
                    <a:off x="1916205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X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3" name="직사각형 52">
                    <a:extLst>
                      <a:ext uri="{FF2B5EF4-FFF2-40B4-BE49-F238E27FC236}">
                        <a16:creationId xmlns:a16="http://schemas.microsoft.com/office/drawing/2014/main" id="{BA42A9B6-45C6-0691-85BB-CC9EC37655A6}"/>
                      </a:ext>
                    </a:extLst>
                  </p:cNvPr>
                  <p:cNvSpPr/>
                  <p:nvPr/>
                </p:nvSpPr>
                <p:spPr>
                  <a:xfrm>
                    <a:off x="2994842" y="4140238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G(Z)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82F6C9C4-3654-63EF-08BC-DEEB23191F49}"/>
                      </a:ext>
                    </a:extLst>
                  </p:cNvPr>
                  <p:cNvSpPr/>
                  <p:nvPr/>
                </p:nvSpPr>
                <p:spPr>
                  <a:xfrm>
                    <a:off x="2456960" y="5934693"/>
                    <a:ext cx="92112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b="1" dirty="0">
                        <a:solidFill>
                          <a:schemeClr val="tx1"/>
                        </a:solidFill>
                        <a:latin typeface="+mn-ea"/>
                      </a:rPr>
                      <a:t>Z</a:t>
                    </a:r>
                    <a:endParaRPr lang="ko-KR" altLang="en-US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cxnSp>
                <p:nvCxnSpPr>
                  <p:cNvPr id="55" name="직선 화살표 연결선 54">
                    <a:extLst>
                      <a:ext uri="{FF2B5EF4-FFF2-40B4-BE49-F238E27FC236}">
                        <a16:creationId xmlns:a16="http://schemas.microsoft.com/office/drawing/2014/main" id="{F91B20A0-8015-AE7F-54F3-E62E7542AD31}"/>
                      </a:ext>
                    </a:extLst>
                  </p:cNvPr>
                  <p:cNvCxnSpPr>
                    <a:cxnSpLocks/>
                    <a:stCxn id="54" idx="0"/>
                  </p:cNvCxnSpPr>
                  <p:nvPr/>
                </p:nvCxnSpPr>
                <p:spPr>
                  <a:xfrm flipV="1">
                    <a:off x="2917522" y="5735012"/>
                    <a:ext cx="0" cy="19968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직선 화살표 연결선 55">
                    <a:extLst>
                      <a:ext uri="{FF2B5EF4-FFF2-40B4-BE49-F238E27FC236}">
                        <a16:creationId xmlns:a16="http://schemas.microsoft.com/office/drawing/2014/main" id="{9612B85A-D0B5-0410-BFC8-DDE2797E3329}"/>
                      </a:ext>
                    </a:extLst>
                  </p:cNvPr>
                  <p:cNvCxnSpPr>
                    <a:cxnSpLocks/>
                    <a:endCxn id="53" idx="2"/>
                  </p:cNvCxnSpPr>
                  <p:nvPr/>
                </p:nvCxnSpPr>
                <p:spPr>
                  <a:xfrm flipV="1">
                    <a:off x="3455403" y="4509570"/>
                    <a:ext cx="1" cy="29569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직선 화살표 연결선 56">
                    <a:extLst>
                      <a:ext uri="{FF2B5EF4-FFF2-40B4-BE49-F238E27FC236}">
                        <a16:creationId xmlns:a16="http://schemas.microsoft.com/office/drawing/2014/main" id="{DB6016E7-379E-87B3-58E3-CCBE7D9CE2B2}"/>
                      </a:ext>
                    </a:extLst>
                  </p:cNvPr>
                  <p:cNvCxnSpPr>
                    <a:cxnSpLocks/>
                    <a:endCxn id="51" idx="2"/>
                  </p:cNvCxnSpPr>
                  <p:nvPr/>
                </p:nvCxnSpPr>
                <p:spPr>
                  <a:xfrm flipV="1">
                    <a:off x="2897350" y="3886115"/>
                    <a:ext cx="1" cy="16372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직선 화살표 연결선 57">
                    <a:extLst>
                      <a:ext uri="{FF2B5EF4-FFF2-40B4-BE49-F238E27FC236}">
                        <a16:creationId xmlns:a16="http://schemas.microsoft.com/office/drawing/2014/main" id="{11787EB2-D060-7125-5B4C-E48E87F095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76766" y="2802927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직선 화살표 연결선 58">
                    <a:extLst>
                      <a:ext uri="{FF2B5EF4-FFF2-40B4-BE49-F238E27FC236}">
                        <a16:creationId xmlns:a16="http://schemas.microsoft.com/office/drawing/2014/main" id="{0BDAD713-1EB6-313D-7DD6-071DFAB619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60483" y="2800771"/>
                    <a:ext cx="0" cy="1607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직선 연결선 59">
                    <a:extLst>
                      <a:ext uri="{FF2B5EF4-FFF2-40B4-BE49-F238E27FC236}">
                        <a16:creationId xmlns:a16="http://schemas.microsoft.com/office/drawing/2014/main" id="{C516113F-58DC-E73C-ADE4-5B01DC0D44D3}"/>
                      </a:ext>
                    </a:extLst>
                  </p:cNvPr>
                  <p:cNvCxnSpPr>
                    <a:stCxn id="52" idx="0"/>
                  </p:cNvCxnSpPr>
                  <p:nvPr/>
                </p:nvCxnSpPr>
                <p:spPr>
                  <a:xfrm flipH="1" flipV="1">
                    <a:off x="2376766" y="4049836"/>
                    <a:ext cx="1" cy="904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직선 연결선 60">
                    <a:extLst>
                      <a:ext uri="{FF2B5EF4-FFF2-40B4-BE49-F238E27FC236}">
                        <a16:creationId xmlns:a16="http://schemas.microsoft.com/office/drawing/2014/main" id="{B32D9B0B-E446-A420-0BCA-CADA48D464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76766" y="4062536"/>
                    <a:ext cx="1078637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5D0B4CA6-1678-F3DE-E316-2808A988D7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3038" y="3866313"/>
                <a:ext cx="150700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BC91FCA7-5FC5-29A6-4C7F-636F402BDA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89300" y="3866313"/>
                <a:ext cx="6700" cy="1941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C3FE4C3D-89EB-A30B-BFBA-2FA5B2C47D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05519" y="5687903"/>
                <a:ext cx="1382015" cy="48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포인트가 5개인 별 7"/>
          <p:cNvSpPr/>
          <p:nvPr/>
        </p:nvSpPr>
        <p:spPr>
          <a:xfrm>
            <a:off x="10929701" y="5165751"/>
            <a:ext cx="524898" cy="524898"/>
          </a:xfrm>
          <a:prstGeom prst="star5">
            <a:avLst>
              <a:gd name="adj" fmla="val 32229"/>
              <a:gd name="hf" fmla="val 105146"/>
              <a:gd name="vf" fmla="val 11055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5" y="4217877"/>
            <a:ext cx="1792276" cy="17922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15892" y="4603654"/>
            <a:ext cx="158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/>
              <a:t>. . .</a:t>
            </a:r>
            <a:endParaRPr lang="ko-KR" altLang="en-US" sz="4400" b="1" dirty="0"/>
          </a:p>
        </p:txBody>
      </p:sp>
      <p:pic>
        <p:nvPicPr>
          <p:cNvPr id="13" name="그래픽 12" descr="핀 있는 지도 단색으로 채워진">
            <a:extLst>
              <a:ext uri="{FF2B5EF4-FFF2-40B4-BE49-F238E27FC236}">
                <a16:creationId xmlns:a16="http://schemas.microsoft.com/office/drawing/2014/main" id="{74FB2183-6ECF-2FA8-E44C-A02204C73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1218" y="4092236"/>
            <a:ext cx="1792275" cy="1792275"/>
          </a:xfrm>
          <a:prstGeom prst="rect">
            <a:avLst/>
          </a:prstGeom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46D73E30-DCAD-0FAD-2ADF-BCDF5E6A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12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예측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침수 지역 예측</a:t>
            </a:r>
            <a:endParaRPr lang="en-US" altLang="ko-KR" b="1" dirty="0"/>
          </a:p>
          <a:p>
            <a:pPr lvl="1">
              <a:lnSpc>
                <a:spcPct val="100000"/>
              </a:lnSpc>
            </a:pPr>
            <a:r>
              <a:rPr lang="ko-KR" altLang="en-US" sz="1600" b="1" dirty="0"/>
              <a:t>입력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강수량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시간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누적</a:t>
            </a:r>
            <a:r>
              <a:rPr lang="en-US" altLang="ko-KR" sz="1600" b="1" dirty="0"/>
              <a:t>), </a:t>
            </a:r>
            <a:r>
              <a:rPr lang="ko-KR" altLang="en-US" sz="1600" b="1" dirty="0"/>
              <a:t>주소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예측 시간</a:t>
            </a:r>
            <a:endParaRPr lang="en-US" altLang="ko-KR" sz="1600" b="1" dirty="0"/>
          </a:p>
          <a:p>
            <a:pPr lvl="1">
              <a:lnSpc>
                <a:spcPct val="100000"/>
              </a:lnSpc>
            </a:pPr>
            <a:r>
              <a:rPr lang="ko-KR" altLang="en-US" sz="1600" b="1" dirty="0"/>
              <a:t>출력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침수 위험 지도</a:t>
            </a:r>
            <a:endParaRPr lang="ko-KR" alt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8435824" y="6198678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침수 위험 지도 생성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8E1B5B-E5B6-E8E0-F864-9993ED1E2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931141"/>
              </p:ext>
            </p:extLst>
          </p:nvPr>
        </p:nvGraphicFramePr>
        <p:xfrm>
          <a:off x="537523" y="2767151"/>
          <a:ext cx="648527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319">
                  <a:extLst>
                    <a:ext uri="{9D8B030D-6E8A-4147-A177-3AD203B41FA5}">
                      <a16:colId xmlns:a16="http://schemas.microsoft.com/office/drawing/2014/main" val="705291885"/>
                    </a:ext>
                  </a:extLst>
                </a:gridCol>
                <a:gridCol w="1621319">
                  <a:extLst>
                    <a:ext uri="{9D8B030D-6E8A-4147-A177-3AD203B41FA5}">
                      <a16:colId xmlns:a16="http://schemas.microsoft.com/office/drawing/2014/main" val="4240011700"/>
                    </a:ext>
                  </a:extLst>
                </a:gridCol>
                <a:gridCol w="1621319">
                  <a:extLst>
                    <a:ext uri="{9D8B030D-6E8A-4147-A177-3AD203B41FA5}">
                      <a16:colId xmlns:a16="http://schemas.microsoft.com/office/drawing/2014/main" val="4033475874"/>
                    </a:ext>
                  </a:extLst>
                </a:gridCol>
                <a:gridCol w="1621319">
                  <a:extLst>
                    <a:ext uri="{9D8B030D-6E8A-4147-A177-3AD203B41FA5}">
                      <a16:colId xmlns:a16="http://schemas.microsoft.com/office/drawing/2014/main" val="3744405504"/>
                    </a:ext>
                  </a:extLst>
                </a:gridCol>
              </a:tblGrid>
              <a:tr h="251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시간당 강수량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누적 강수량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주소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예측 시간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036803"/>
                  </a:ext>
                </a:extLst>
              </a:tr>
              <a:tr h="363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150mm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50mm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경상남도 창원시 </a:t>
                      </a:r>
                      <a:endParaRPr lang="en-US" altLang="ko-KR" sz="1050" dirty="0"/>
                    </a:p>
                    <a:p>
                      <a:pPr algn="ctr" latinLnBrk="1"/>
                      <a:r>
                        <a:rPr lang="ko-KR" altLang="en-US" sz="1050" dirty="0"/>
                        <a:t>성산구 </a:t>
                      </a:r>
                      <a:r>
                        <a:rPr lang="ko-KR" altLang="en-US" sz="1050" dirty="0" err="1"/>
                        <a:t>웅남동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70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시간 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93238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DB6FDA2-B213-4312-3B71-C9C190068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415257"/>
              </p:ext>
            </p:extLst>
          </p:nvPr>
        </p:nvGraphicFramePr>
        <p:xfrm>
          <a:off x="530832" y="3895961"/>
          <a:ext cx="6530356" cy="58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589">
                  <a:extLst>
                    <a:ext uri="{9D8B030D-6E8A-4147-A177-3AD203B41FA5}">
                      <a16:colId xmlns:a16="http://schemas.microsoft.com/office/drawing/2014/main" val="705291885"/>
                    </a:ext>
                  </a:extLst>
                </a:gridCol>
                <a:gridCol w="1632589">
                  <a:extLst>
                    <a:ext uri="{9D8B030D-6E8A-4147-A177-3AD203B41FA5}">
                      <a16:colId xmlns:a16="http://schemas.microsoft.com/office/drawing/2014/main" val="4240011700"/>
                    </a:ext>
                  </a:extLst>
                </a:gridCol>
                <a:gridCol w="1632589">
                  <a:extLst>
                    <a:ext uri="{9D8B030D-6E8A-4147-A177-3AD203B41FA5}">
                      <a16:colId xmlns:a16="http://schemas.microsoft.com/office/drawing/2014/main" val="4033475874"/>
                    </a:ext>
                  </a:extLst>
                </a:gridCol>
                <a:gridCol w="1632589">
                  <a:extLst>
                    <a:ext uri="{9D8B030D-6E8A-4147-A177-3AD203B41FA5}">
                      <a16:colId xmlns:a16="http://schemas.microsoft.com/office/drawing/2014/main" val="2550236844"/>
                    </a:ext>
                  </a:extLst>
                </a:gridCol>
              </a:tblGrid>
              <a:tr h="2367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시간당 강수량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누적 강수량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위도</a:t>
                      </a:r>
                      <a:r>
                        <a:rPr lang="en-US" altLang="ko-KR" sz="1200" dirty="0"/>
                        <a:t>_</a:t>
                      </a:r>
                      <a:r>
                        <a:rPr lang="ko-KR" altLang="en-US" sz="1200" dirty="0"/>
                        <a:t>경도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예측 시간</a:t>
                      </a:r>
                    </a:p>
                  </a:txBody>
                  <a:tcPr>
                    <a:solidFill>
                      <a:srgbClr val="005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036803"/>
                  </a:ext>
                </a:extLst>
              </a:tr>
              <a:tr h="3076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150mm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50mm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35.206501, 128.662979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 후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93238"/>
                  </a:ext>
                </a:extLst>
              </a:tr>
            </a:tbl>
          </a:graphicData>
        </a:graphic>
      </p:graphicFrame>
      <p:sp>
        <p:nvSpPr>
          <p:cNvPr id="16" name="화살표: 아래쪽 10">
            <a:extLst>
              <a:ext uri="{FF2B5EF4-FFF2-40B4-BE49-F238E27FC236}">
                <a16:creationId xmlns:a16="http://schemas.microsoft.com/office/drawing/2014/main" id="{693F0886-CB7B-E0D6-DF27-54B2F761A8FF}"/>
              </a:ext>
            </a:extLst>
          </p:cNvPr>
          <p:cNvSpPr/>
          <p:nvPr/>
        </p:nvSpPr>
        <p:spPr>
          <a:xfrm>
            <a:off x="3658600" y="3474924"/>
            <a:ext cx="304800" cy="33098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7" name="화살표: 아래쪽 10">
            <a:extLst>
              <a:ext uri="{FF2B5EF4-FFF2-40B4-BE49-F238E27FC236}">
                <a16:creationId xmlns:a16="http://schemas.microsoft.com/office/drawing/2014/main" id="{693F0886-CB7B-E0D6-DF27-54B2F761A8FF}"/>
              </a:ext>
            </a:extLst>
          </p:cNvPr>
          <p:cNvSpPr/>
          <p:nvPr/>
        </p:nvSpPr>
        <p:spPr>
          <a:xfrm>
            <a:off x="3658600" y="4558579"/>
            <a:ext cx="304800" cy="33098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8" name="내용 개체 틀 21" descr="컴퓨터 단색으로 채워진">
            <a:extLst>
              <a:ext uri="{FF2B5EF4-FFF2-40B4-BE49-F238E27FC236}">
                <a16:creationId xmlns:a16="http://schemas.microsoft.com/office/drawing/2014/main" id="{050C8DED-1DF8-A2EA-01E4-C96231676E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854" y="4787179"/>
            <a:ext cx="1538290" cy="15382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7DCEB5-2763-CD66-A6CB-54F7ECA04A58}"/>
              </a:ext>
            </a:extLst>
          </p:cNvPr>
          <p:cNvSpPr txBox="1"/>
          <p:nvPr/>
        </p:nvSpPr>
        <p:spPr>
          <a:xfrm>
            <a:off x="3002849" y="6197254"/>
            <a:ext cx="161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침수예측모델</a:t>
            </a:r>
          </a:p>
        </p:txBody>
      </p:sp>
      <p:sp>
        <p:nvSpPr>
          <p:cNvPr id="20" name="화살표: 아래쪽 24">
            <a:extLst>
              <a:ext uri="{FF2B5EF4-FFF2-40B4-BE49-F238E27FC236}">
                <a16:creationId xmlns:a16="http://schemas.microsoft.com/office/drawing/2014/main" id="{A420E58D-1DCA-A43E-04D4-3668B35E90B2}"/>
              </a:ext>
            </a:extLst>
          </p:cNvPr>
          <p:cNvSpPr/>
          <p:nvPr/>
        </p:nvSpPr>
        <p:spPr>
          <a:xfrm rot="16200000">
            <a:off x="6007429" y="4156971"/>
            <a:ext cx="175734" cy="279614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5E103A89-5232-8FA5-1A80-89F242E9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pic>
        <p:nvPicPr>
          <p:cNvPr id="9" name="_x446642760" descr="EMB00006654105a">
            <a:extLst>
              <a:ext uri="{FF2B5EF4-FFF2-40B4-BE49-F238E27FC236}">
                <a16:creationId xmlns:a16="http://schemas.microsoft.com/office/drawing/2014/main" id="{0411B554-3B10-5690-255D-929A959A2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48" y="931801"/>
            <a:ext cx="4430262" cy="511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23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결론 및 향후연구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>
          <a:xfrm>
            <a:off x="482600" y="1245071"/>
            <a:ext cx="9736438" cy="4871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/>
              <a:t>결론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 err="1"/>
              <a:t>cGAN</a:t>
            </a:r>
            <a:r>
              <a:rPr lang="ko-KR" altLang="en-US" sz="1600" dirty="0"/>
              <a:t>을 활용한 침수 예측 모델 제안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이미지에 맞는 기상 조건 및 데이터 반영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다양한 예측 시나리오 생성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b="1" u="sng" dirty="0"/>
              <a:t>침수 피해 예방 및 대응 체계 마련에 기여</a:t>
            </a:r>
            <a:endParaRPr lang="en-US" altLang="ko-KR" sz="1600" b="1" u="sng" dirty="0"/>
          </a:p>
        </p:txBody>
      </p:sp>
      <p:sp>
        <p:nvSpPr>
          <p:cNvPr id="38" name="TextBox 37"/>
          <p:cNvSpPr txBox="1"/>
          <p:nvPr/>
        </p:nvSpPr>
        <p:spPr>
          <a:xfrm>
            <a:off x="7911798" y="6104239"/>
            <a:ext cx="339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연구의 시스템 구조도</a:t>
            </a:r>
          </a:p>
        </p:txBody>
      </p:sp>
      <p:sp>
        <p:nvSpPr>
          <p:cNvPr id="13" name="텍스트 개체 틀 6"/>
          <p:cNvSpPr txBox="1">
            <a:spLocks/>
          </p:cNvSpPr>
          <p:nvPr/>
        </p:nvSpPr>
        <p:spPr>
          <a:xfrm>
            <a:off x="482600" y="3498119"/>
            <a:ext cx="9736438" cy="2949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b="1" dirty="0" err="1"/>
              <a:t>향후연구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이미지 증강을 통해 여러가지 침수 시나리오 반영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기존 모델과 성능 비교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b="1" u="sng" dirty="0"/>
              <a:t>기존 데이터들의 상관관계 분석 후 </a:t>
            </a:r>
            <a:r>
              <a:rPr lang="en-US" altLang="ko-KR" sz="1600" b="1" u="sng" dirty="0"/>
              <a:t>Conditional layer</a:t>
            </a:r>
            <a:r>
              <a:rPr lang="ko-KR" altLang="en-US" sz="1600" b="1" u="sng" dirty="0"/>
              <a:t>의 구조변경</a:t>
            </a:r>
            <a:endParaRPr lang="en-US" altLang="ko-KR" sz="1600" b="1" u="sng" dirty="0"/>
          </a:p>
          <a:p>
            <a:pPr lvl="1">
              <a:lnSpc>
                <a:spcPct val="100000"/>
              </a:lnSpc>
            </a:pPr>
            <a:endParaRPr lang="en-US" altLang="ko-KR" sz="1600" b="1" u="sng" dirty="0"/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7B72A1DB-76E8-BA85-352E-9F5D91CF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EA256F5-9855-18E4-58CE-41387C5B4FDA}"/>
              </a:ext>
            </a:extLst>
          </p:cNvPr>
          <p:cNvGrpSpPr/>
          <p:nvPr/>
        </p:nvGrpSpPr>
        <p:grpSpPr>
          <a:xfrm>
            <a:off x="7107598" y="1469037"/>
            <a:ext cx="4367319" cy="4443698"/>
            <a:chOff x="894229" y="1386590"/>
            <a:chExt cx="4367319" cy="3750186"/>
          </a:xfrm>
        </p:grpSpPr>
        <p:sp>
          <p:nvSpPr>
            <p:cNvPr id="22" name="순서도: 대체 처리 21">
              <a:extLst>
                <a:ext uri="{FF2B5EF4-FFF2-40B4-BE49-F238E27FC236}">
                  <a16:creationId xmlns:a16="http://schemas.microsoft.com/office/drawing/2014/main" id="{BA49F41F-4E1E-7084-8AAB-1BC3625987B8}"/>
                </a:ext>
              </a:extLst>
            </p:cNvPr>
            <p:cNvSpPr/>
            <p:nvPr/>
          </p:nvSpPr>
          <p:spPr>
            <a:xfrm>
              <a:off x="908222" y="1386590"/>
              <a:ext cx="4353326" cy="1019331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</a:rPr>
                <a:t>데이터 수집</a:t>
              </a:r>
              <a:endParaRPr lang="en-US" altLang="ko-KR" sz="2000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순서도: 대체 처리 22">
              <a:extLst>
                <a:ext uri="{FF2B5EF4-FFF2-40B4-BE49-F238E27FC236}">
                  <a16:creationId xmlns:a16="http://schemas.microsoft.com/office/drawing/2014/main" id="{64F776B6-5C63-DF33-053C-21F263EE193F}"/>
                </a:ext>
              </a:extLst>
            </p:cNvPr>
            <p:cNvSpPr/>
            <p:nvPr/>
          </p:nvSpPr>
          <p:spPr>
            <a:xfrm>
              <a:off x="247668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침수 흔적도</a:t>
              </a:r>
            </a:p>
          </p:txBody>
        </p:sp>
        <p:sp>
          <p:nvSpPr>
            <p:cNvPr id="24" name="순서도: 대체 처리 23">
              <a:extLst>
                <a:ext uri="{FF2B5EF4-FFF2-40B4-BE49-F238E27FC236}">
                  <a16:creationId xmlns:a16="http://schemas.microsoft.com/office/drawing/2014/main" id="{9F524796-BB0F-D81D-E10C-3AE2CF4876EC}"/>
                </a:ext>
              </a:extLst>
            </p:cNvPr>
            <p:cNvSpPr/>
            <p:nvPr/>
          </p:nvSpPr>
          <p:spPr>
            <a:xfrm>
              <a:off x="107154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ASOS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순서도: 대체 처리 24">
              <a:extLst>
                <a:ext uri="{FF2B5EF4-FFF2-40B4-BE49-F238E27FC236}">
                  <a16:creationId xmlns:a16="http://schemas.microsoft.com/office/drawing/2014/main" id="{E8C6A068-99CC-8B0D-EB91-02A393C89A90}"/>
                </a:ext>
              </a:extLst>
            </p:cNvPr>
            <p:cNvSpPr/>
            <p:nvPr/>
          </p:nvSpPr>
          <p:spPr>
            <a:xfrm>
              <a:off x="3899099" y="1896255"/>
              <a:ext cx="1188406" cy="439446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지형 데이터</a:t>
              </a:r>
            </a:p>
          </p:txBody>
        </p:sp>
        <p:sp>
          <p:nvSpPr>
            <p:cNvPr id="26" name="순서도: 대체 처리 25">
              <a:extLst>
                <a:ext uri="{FF2B5EF4-FFF2-40B4-BE49-F238E27FC236}">
                  <a16:creationId xmlns:a16="http://schemas.microsoft.com/office/drawing/2014/main" id="{A726499B-CC28-E9D1-B97F-907E63A20A1D}"/>
                </a:ext>
              </a:extLst>
            </p:cNvPr>
            <p:cNvSpPr/>
            <p:nvPr/>
          </p:nvSpPr>
          <p:spPr>
            <a:xfrm>
              <a:off x="894229" y="2818151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데이터 </a:t>
              </a:r>
              <a:r>
                <a:rPr lang="ko-KR" altLang="en-US" dirty="0" err="1">
                  <a:solidFill>
                    <a:schemeClr val="tx1"/>
                  </a:solidFill>
                </a:rPr>
                <a:t>전처리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27" name="순서도: 대체 처리 26">
              <a:extLst>
                <a:ext uri="{FF2B5EF4-FFF2-40B4-BE49-F238E27FC236}">
                  <a16:creationId xmlns:a16="http://schemas.microsoft.com/office/drawing/2014/main" id="{FA89271B-6FA7-330B-53B0-324BDD8E1BC0}"/>
                </a:ext>
              </a:extLst>
            </p:cNvPr>
            <p:cNvSpPr/>
            <p:nvPr/>
          </p:nvSpPr>
          <p:spPr>
            <a:xfrm>
              <a:off x="908222" y="3740642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cGAN</a:t>
              </a:r>
              <a:r>
                <a:rPr lang="en-US" altLang="ko-KR" dirty="0">
                  <a:solidFill>
                    <a:schemeClr val="tx1"/>
                  </a:solidFill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</a:rPr>
                <a:t>모델 학습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28" name="순서도: 대체 처리 27">
              <a:extLst>
                <a:ext uri="{FF2B5EF4-FFF2-40B4-BE49-F238E27FC236}">
                  <a16:creationId xmlns:a16="http://schemas.microsoft.com/office/drawing/2014/main" id="{97486BAD-1EBE-B6E9-4FEC-765B460B727E}"/>
                </a:ext>
              </a:extLst>
            </p:cNvPr>
            <p:cNvSpPr/>
            <p:nvPr/>
          </p:nvSpPr>
          <p:spPr>
            <a:xfrm>
              <a:off x="894229" y="4640648"/>
              <a:ext cx="4353326" cy="496128"/>
            </a:xfrm>
            <a:prstGeom prst="flowChartAlternate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침수 위험 지도 생성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C5595B95-AE9E-37B3-5C9C-F5F57DC218A7}"/>
                </a:ext>
              </a:extLst>
            </p:cNvPr>
            <p:cNvSpPr/>
            <p:nvPr/>
          </p:nvSpPr>
          <p:spPr>
            <a:xfrm>
              <a:off x="2900597" y="2405921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화살표: 아래쪽 29">
              <a:extLst>
                <a:ext uri="{FF2B5EF4-FFF2-40B4-BE49-F238E27FC236}">
                  <a16:creationId xmlns:a16="http://schemas.microsoft.com/office/drawing/2014/main" id="{65AA5A60-60F6-CA1A-637E-11912206A42F}"/>
                </a:ext>
              </a:extLst>
            </p:cNvPr>
            <p:cNvSpPr/>
            <p:nvPr/>
          </p:nvSpPr>
          <p:spPr>
            <a:xfrm>
              <a:off x="2908092" y="3328413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D29CDD91-7C2D-87A1-3683-E0BCA191184C}"/>
                </a:ext>
              </a:extLst>
            </p:cNvPr>
            <p:cNvSpPr/>
            <p:nvPr/>
          </p:nvSpPr>
          <p:spPr>
            <a:xfrm>
              <a:off x="2900597" y="4245719"/>
              <a:ext cx="419724" cy="3897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767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Q &amp; A</a:t>
            </a:r>
            <a:endParaRPr lang="ko-KR" altLang="en-US" dirty="0"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C268C465-D337-82B3-A2B5-F06A89B6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4CFD1774-76EF-94DC-97CE-E066CC91B572}"/>
              </a:ext>
            </a:extLst>
          </p:cNvPr>
          <p:cNvSpPr txBox="1">
            <a:spLocks/>
          </p:cNvSpPr>
          <p:nvPr/>
        </p:nvSpPr>
        <p:spPr>
          <a:xfrm>
            <a:off x="534429" y="919612"/>
            <a:ext cx="3854982" cy="766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400" dirty="0" err="1"/>
              <a:t>한국콘텐츠학회</a:t>
            </a:r>
            <a:endParaRPr lang="en-US" altLang="ko-KR" sz="2400" dirty="0"/>
          </a:p>
          <a:p>
            <a:pPr algn="ctr"/>
            <a:r>
              <a:rPr lang="en-US" altLang="ko-KR" sz="2400" dirty="0"/>
              <a:t>2024 </a:t>
            </a:r>
            <a:r>
              <a:rPr lang="ko-KR" altLang="en-US" sz="2400" dirty="0"/>
              <a:t>종합학술대회</a:t>
            </a:r>
          </a:p>
        </p:txBody>
      </p:sp>
    </p:spTree>
    <p:extLst>
      <p:ext uri="{BB962C8B-B14F-4D97-AF65-F5344CB8AC3E}">
        <p14:creationId xmlns:p14="http://schemas.microsoft.com/office/powerpoint/2010/main" val="4229203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감사합니다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2024-05-24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4BA7-540B-4C1B-95B3-D9F74AD047BB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2C39DD96-2D52-4D20-0D14-6254DD77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3"/>
            <a:ext cx="4114800" cy="365125"/>
          </a:xfrm>
        </p:spPr>
        <p:txBody>
          <a:bodyPr/>
          <a:lstStyle/>
          <a:p>
            <a:r>
              <a:rPr lang="en-US" altLang="ko-KR"/>
              <a:t>20223115@student.changwon.ac.kr</a:t>
            </a:r>
            <a:endParaRPr lang="ko-KR" altLang="en-US" dirty="0"/>
          </a:p>
        </p:txBody>
      </p:sp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D0A65DC9-C01E-1898-1AD1-B919F952D481}"/>
              </a:ext>
            </a:extLst>
          </p:cNvPr>
          <p:cNvSpPr txBox="1">
            <a:spLocks/>
          </p:cNvSpPr>
          <p:nvPr/>
        </p:nvSpPr>
        <p:spPr>
          <a:xfrm>
            <a:off x="534429" y="919612"/>
            <a:ext cx="3854982" cy="766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400" dirty="0" err="1"/>
              <a:t>한국콘텐츠학회</a:t>
            </a:r>
            <a:endParaRPr lang="en-US" altLang="ko-KR" sz="2400" dirty="0"/>
          </a:p>
          <a:p>
            <a:pPr algn="ctr"/>
            <a:r>
              <a:rPr lang="en-US" altLang="ko-KR" sz="2400" dirty="0"/>
              <a:t>2024 </a:t>
            </a:r>
            <a:r>
              <a:rPr lang="ko-KR" altLang="en-US" sz="2400" dirty="0"/>
              <a:t>종합학술대회</a:t>
            </a:r>
          </a:p>
        </p:txBody>
      </p:sp>
    </p:spTree>
    <p:extLst>
      <p:ext uri="{BB962C8B-B14F-4D97-AF65-F5344CB8AC3E}">
        <p14:creationId xmlns:p14="http://schemas.microsoft.com/office/powerpoint/2010/main" val="69410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5">
      <a:majorFont>
        <a:latin typeface="D2Coding"/>
        <a:ea typeface="나눔스퀘어 네오 Regular"/>
        <a:cs typeface=""/>
      </a:majorFont>
      <a:minorFont>
        <a:latin typeface="D2Coding"/>
        <a:ea typeface="나눔스퀘어 네오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823</Words>
  <Application>Microsoft Office PowerPoint</Application>
  <PresentationFormat>와이드스크린</PresentationFormat>
  <Paragraphs>266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D2Coding</vt:lpstr>
      <vt:lpstr>나눔스퀘어 네오 Heavy</vt:lpstr>
      <vt:lpstr>나눔스퀘어 네오 Regular</vt:lpstr>
      <vt:lpstr>맑은 고딕</vt:lpstr>
      <vt:lpstr>Arial</vt:lpstr>
      <vt:lpstr>Wingdings</vt:lpstr>
      <vt:lpstr>Office 테마</vt:lpstr>
      <vt:lpstr>조건부 생성적 적대 신경망을 활용한 실시간 침수 예측 모델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Q &amp; A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박민철</dc:creator>
  <cp:lastModifiedBy>서현우</cp:lastModifiedBy>
  <cp:revision>71</cp:revision>
  <dcterms:created xsi:type="dcterms:W3CDTF">2024-05-18T08:30:52Z</dcterms:created>
  <dcterms:modified xsi:type="dcterms:W3CDTF">2024-05-23T12:01:17Z</dcterms:modified>
</cp:coreProperties>
</file>