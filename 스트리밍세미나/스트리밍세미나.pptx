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56" r:id="rId5"/>
    <p:sldId id="270" r:id="rId6"/>
    <p:sldId id="268" r:id="rId7"/>
    <p:sldId id="271" r:id="rId8"/>
    <p:sldId id="275" r:id="rId9"/>
    <p:sldId id="276" r:id="rId10"/>
    <p:sldId id="278" r:id="rId11"/>
    <p:sldId id="277" r:id="rId12"/>
    <p:sldId id="279" r:id="rId13"/>
    <p:sldId id="269" r:id="rId14"/>
    <p:sldId id="273" r:id="rId15"/>
    <p:sldId id="280" r:id="rId16"/>
    <p:sldId id="281" r:id="rId17"/>
    <p:sldId id="282" r:id="rId18"/>
    <p:sldId id="283" r:id="rId19"/>
    <p:sldId id="284" r:id="rId20"/>
    <p:sldId id="274" r:id="rId21"/>
    <p:sldId id="285" r:id="rId22"/>
    <p:sldId id="267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98B003-28FF-4010-9D5A-AA47B32789CD}" v="23" dt="2024-01-17T09:27:20.7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25" autoAdjust="0"/>
  </p:normalViewPr>
  <p:slideViewPr>
    <p:cSldViewPr snapToGrid="0">
      <p:cViewPr varScale="1">
        <p:scale>
          <a:sx n="72" d="100"/>
          <a:sy n="72" d="100"/>
        </p:scale>
        <p:origin x="3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584CF1-E996-4ED8-8379-4236BB47FB29}" type="datetimeFigureOut">
              <a:rPr lang="ko-KR" altLang="en-US" smtClean="0"/>
              <a:t>2025-02-14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DEE6A-CE55-4E34-A123-7455901754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200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17F5A8-C999-96AA-83C8-D1FB8EDB9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274C92"/>
                </a:solidFill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074DD9-A09E-85EA-ADFE-6231AFEA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2D652-E551-7F60-6FB6-1978794A81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3130" y="5460207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8662992-F692-434D-88E2-565F8B3261B8}" type="datetime1">
              <a:rPr lang="ko-KR" altLang="en-US" smtClean="0"/>
              <a:t>2025-02-14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858968-C259-0919-9FA4-066E3171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330" y="596503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252020-3FA6-3D95-00AB-182ADC945BD1}"/>
              </a:ext>
            </a:extLst>
          </p:cNvPr>
          <p:cNvSpPr/>
          <p:nvPr userDrawn="1"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	             sho5223@naver.com                   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8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BD5E8045-FD7C-FCE8-5EC1-DBC6DDB98C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5C49649-1653-6811-1077-45C424DA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D6B4809-2B4D-E2FF-E41F-285F9C6153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662BD96-E085-E804-0FA9-E9AAB26246D9}"/>
              </a:ext>
            </a:extLst>
          </p:cNvPr>
          <p:cNvCxnSpPr>
            <a:cxnSpLocks/>
          </p:cNvCxnSpPr>
          <p:nvPr userDrawn="1"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313761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26A48F9-5C8F-76A1-82D8-DFFDAA529820}"/>
              </a:ext>
            </a:extLst>
          </p:cNvPr>
          <p:cNvSpPr/>
          <p:nvPr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                    sho5223@naver.com                   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4C3F41E-8D88-0259-E8F4-F58C38D9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325437"/>
            <a:ext cx="10515600" cy="79074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F616CB-243D-DB29-A5A9-B51B20CED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100">
                <a:latin typeface="+mj-lt"/>
              </a:defRPr>
            </a:lvl3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36667A-34CE-92A1-B512-ADD8DB6B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BF93BAD-88E7-F67B-A03B-01A185809E78}"/>
              </a:ext>
            </a:extLst>
          </p:cNvPr>
          <p:cNvCxnSpPr>
            <a:cxnSpLocks/>
          </p:cNvCxnSpPr>
          <p:nvPr/>
        </p:nvCxnSpPr>
        <p:spPr>
          <a:xfrm>
            <a:off x="0" y="942052"/>
            <a:ext cx="12192000" cy="0"/>
          </a:xfrm>
          <a:prstGeom prst="line">
            <a:avLst/>
          </a:prstGeom>
          <a:ln w="38100">
            <a:solidFill>
              <a:srgbClr val="274C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60E36177-B8C0-8174-C937-F1FB43DB47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17C8817-71D5-9E3B-6E69-B1D7278BBD31}"/>
              </a:ext>
            </a:extLst>
          </p:cNvPr>
          <p:cNvCxnSpPr>
            <a:cxnSpLocks/>
          </p:cNvCxnSpPr>
          <p:nvPr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92085F2A-E3B6-45E3-8A40-970C19631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3102637-BBFC-4395-AADB-E220011C5B67}"/>
              </a:ext>
            </a:extLst>
          </p:cNvPr>
          <p:cNvCxnSpPr>
            <a:cxnSpLocks/>
          </p:cNvCxnSpPr>
          <p:nvPr/>
        </p:nvCxnSpPr>
        <p:spPr>
          <a:xfrm>
            <a:off x="0" y="294399"/>
            <a:ext cx="2272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39FE1BE-E53A-4F04-AA56-5AB08A63F9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7247" y="174515"/>
            <a:ext cx="7142060" cy="25833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50694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DA40F44-2B89-4E24-B458-AEAF8F968DF5}"/>
              </a:ext>
            </a:extLst>
          </p:cNvPr>
          <p:cNvSpPr/>
          <p:nvPr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    	             sho5223@naver.com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77209AB-84A3-46E8-B972-52FA582D728E}"/>
              </a:ext>
            </a:extLst>
          </p:cNvPr>
          <p:cNvSpPr txBox="1">
            <a:spLocks/>
          </p:cNvSpPr>
          <p:nvPr/>
        </p:nvSpPr>
        <p:spPr>
          <a:xfrm>
            <a:off x="365125" y="325437"/>
            <a:ext cx="10515600" cy="790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j-cs"/>
              </a:defRPr>
            </a:lvl1pPr>
          </a:lstStyle>
          <a:p>
            <a:r>
              <a:rPr lang="en-US" altLang="ko-KR" dirty="0"/>
              <a:t>Q&amp;A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1EB4BA1-B44E-4F0D-874C-4ED2D475D58A}"/>
              </a:ext>
            </a:extLst>
          </p:cNvPr>
          <p:cNvCxnSpPr>
            <a:cxnSpLocks/>
          </p:cNvCxnSpPr>
          <p:nvPr/>
        </p:nvCxnSpPr>
        <p:spPr>
          <a:xfrm>
            <a:off x="0" y="942052"/>
            <a:ext cx="12192000" cy="0"/>
          </a:xfrm>
          <a:prstGeom prst="line">
            <a:avLst/>
          </a:prstGeom>
          <a:ln w="38100">
            <a:solidFill>
              <a:srgbClr val="274C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92686B94-703A-4016-ADC6-2A17D5F809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684D4C4-C0AE-452D-AA04-DFDC8ECB11A3}"/>
              </a:ext>
            </a:extLst>
          </p:cNvPr>
          <p:cNvCxnSpPr>
            <a:cxnSpLocks/>
          </p:cNvCxnSpPr>
          <p:nvPr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0591B738-5599-4692-A0B7-D45D2F620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sp>
        <p:nvSpPr>
          <p:cNvPr id="25" name="제목 1">
            <a:extLst>
              <a:ext uri="{FF2B5EF4-FFF2-40B4-BE49-F238E27FC236}">
                <a16:creationId xmlns:a16="http://schemas.microsoft.com/office/drawing/2014/main" id="{E41C8CFB-0D87-4D00-8590-3192384135ED}"/>
              </a:ext>
            </a:extLst>
          </p:cNvPr>
          <p:cNvSpPr txBox="1">
            <a:spLocks/>
          </p:cNvSpPr>
          <p:nvPr/>
        </p:nvSpPr>
        <p:spPr>
          <a:xfrm>
            <a:off x="1524000" y="23415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j-cs"/>
              </a:defRPr>
            </a:lvl1pPr>
          </a:lstStyle>
          <a:p>
            <a:pPr algn="ctr"/>
            <a:endParaRPr lang="ko-KR" altLang="en-US" sz="4000" dirty="0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D5763AD6-0B72-7607-A200-984DB4D9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4979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21C316-90E1-B3FA-1D90-764393624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18" y="125483"/>
            <a:ext cx="10515600" cy="790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76A861-75D0-5928-B0BC-309C7B225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39" y="1080655"/>
            <a:ext cx="11253849" cy="5096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A6116F-5369-9AC0-886A-EB4C6ED8B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2DA4A-7145-41F4-B5F6-06D0F27E03B9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584A51-2EED-E69B-5B50-6113017C4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2619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나눔고딕OTF" panose="020D0604000000000000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99944C-5DB4-4B55-8E66-4FC130F842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스트리밍 세미나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E8F877-8C6A-4253-949C-100C892D5A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오민정</a:t>
            </a:r>
            <a:r>
              <a:rPr lang="en-US" altLang="ko-KR" dirty="0"/>
              <a:t>, </a:t>
            </a:r>
            <a:r>
              <a:rPr lang="ko-KR" altLang="en-US" dirty="0"/>
              <a:t>서현우</a:t>
            </a:r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27E4B46B-2022-0DC7-E8DF-4F6C5FE0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21E3-F023-4EF0-927C-33CC47FB618B}" type="datetime1">
              <a:rPr lang="ko-KR" altLang="en-US" smtClean="0"/>
              <a:t>2025-02-14</a:t>
            </a:fld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AECDC2-B5DA-7B1C-A730-94CF29BE7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5569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3836F-80B4-2E10-695E-D990C078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News.tsv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12E4DF-54F6-01D2-F473-5BA9EFDC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9CF61A-7EE1-0669-6779-A7537D7E3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00438D6-8E05-F9BD-8DC3-83602B6DD7F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053F017-255C-12B1-8EE2-CF888E999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76" y="1188067"/>
            <a:ext cx="10736173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34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09B942-98D2-2A47-6572-5385AF0DC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News.tsv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45B799-FB29-87D5-6243-5C47A163C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39EDE-A03D-3B5E-3EFF-811891C6F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8A95C34E-8F88-074B-5A8E-3305D69D440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4A1698D-8FC9-010B-228F-767F70577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513" y="1378412"/>
            <a:ext cx="9649212" cy="453631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90F7D6F-247A-ABAE-92F0-3B425D728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34" y="1430464"/>
            <a:ext cx="9455778" cy="439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41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C3085-4FB6-E743-4D9B-B72A422C0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News.tsv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C2FD4D-99B7-3735-1A63-7AA345342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EDE904-6ED9-3370-446F-34560B0E7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55082E1-35CE-1017-ADAA-3A0434F6208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190248-6219-3171-F51A-507A43C8E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76" y="1763983"/>
            <a:ext cx="10879068" cy="344853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D4E7A1C-3C0D-CA12-982B-4DD1114BA17F}"/>
              </a:ext>
            </a:extLst>
          </p:cNvPr>
          <p:cNvSpPr/>
          <p:nvPr/>
        </p:nvSpPr>
        <p:spPr>
          <a:xfrm>
            <a:off x="652681" y="4457124"/>
            <a:ext cx="10701859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8CEAA89-7D02-39F8-6EC0-2F933C50E81E}"/>
              </a:ext>
            </a:extLst>
          </p:cNvPr>
          <p:cNvSpPr/>
          <p:nvPr/>
        </p:nvSpPr>
        <p:spPr>
          <a:xfrm>
            <a:off x="739456" y="3993332"/>
            <a:ext cx="10615084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2A13430-DB51-DFAA-F5A4-8F67EF059B0F}"/>
              </a:ext>
            </a:extLst>
          </p:cNvPr>
          <p:cNvSpPr/>
          <p:nvPr/>
        </p:nvSpPr>
        <p:spPr>
          <a:xfrm>
            <a:off x="739456" y="3547145"/>
            <a:ext cx="10499674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782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2EDE5E-60E2-F08D-0187-A0C7DD824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56AE73-2299-57AE-D902-1612D7A88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데이터를 그래프화</a:t>
            </a:r>
            <a:endParaRPr lang="en-US" altLang="ko-KR" dirty="0"/>
          </a:p>
          <a:p>
            <a:r>
              <a:rPr lang="ko-KR" altLang="en-US" dirty="0"/>
              <a:t>그래프화 된 데이터를 벡터로 </a:t>
            </a:r>
            <a:r>
              <a:rPr lang="ko-KR" altLang="en-US" dirty="0" err="1"/>
              <a:t>임베딩</a:t>
            </a:r>
            <a:r>
              <a:rPr lang="en-US" altLang="ko-KR" dirty="0"/>
              <a:t>(</a:t>
            </a:r>
            <a:r>
              <a:rPr lang="ko-KR" altLang="en-US" dirty="0" err="1"/>
              <a:t>피쳐들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Gcn</a:t>
            </a:r>
            <a:r>
              <a:rPr lang="ko-KR" altLang="en-US" dirty="0"/>
              <a:t>학습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유저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는 “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='user'” 노드로,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뉴스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는 “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='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'” 노드로 그래프에 추가.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History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및 클릭된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Impressions를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유저-뉴스 간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엣지로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연결.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뉴스 텍스트는 BERT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임베딩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유저는 행동 기반의 수치형 피처로 표현. 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953695-76DE-840C-23B9-43FB39D4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58F67F2-C475-CEB0-A22F-C5B4474CEE8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764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41E7A-52B6-8D7B-6930-524837002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52CF09-5A07-41C3-B45F-7810A458C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History, Impression(1) </a:t>
            </a:r>
            <a:r>
              <a:rPr lang="ko-KR" altLang="en-US" dirty="0"/>
              <a:t>기준으로 </a:t>
            </a:r>
            <a:r>
              <a:rPr lang="en-US" altLang="ko-KR" dirty="0"/>
              <a:t>Edge </a:t>
            </a:r>
            <a:r>
              <a:rPr lang="ko-KR" altLang="en-US" dirty="0"/>
              <a:t>구성            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 err="1"/>
              <a:t>Gcn</a:t>
            </a:r>
            <a:r>
              <a:rPr lang="en-US" altLang="ko-KR" dirty="0"/>
              <a:t> – </a:t>
            </a:r>
            <a:r>
              <a:rPr lang="ko-KR" altLang="en-US" dirty="0"/>
              <a:t>노드의 표현을 잘하자 </a:t>
            </a:r>
            <a:r>
              <a:rPr lang="en-US" altLang="ko-KR" dirty="0"/>
              <a:t>&gt; </a:t>
            </a:r>
            <a:r>
              <a:rPr lang="ko-KR" altLang="en-US" dirty="0"/>
              <a:t>학습완료 후 </a:t>
            </a:r>
            <a:r>
              <a:rPr lang="en-US" altLang="ko-KR" dirty="0"/>
              <a:t>User, News </a:t>
            </a:r>
            <a:r>
              <a:rPr lang="ko-KR" altLang="en-US" dirty="0"/>
              <a:t>노드 가 유사하다면 추천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E9B4CA-91FC-3C5F-AED1-0136DB989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332BD22-BE83-7625-397E-AE2E5098009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A5B87-30F2-BB99-EB1B-13931B748D41}"/>
              </a:ext>
            </a:extLst>
          </p:cNvPr>
          <p:cNvSpPr txBox="1"/>
          <p:nvPr/>
        </p:nvSpPr>
        <p:spPr>
          <a:xfrm>
            <a:off x="4116720" y="1947357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User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67996E-24DB-01AB-AAD7-B57C8506ECC4}"/>
              </a:ext>
            </a:extLst>
          </p:cNvPr>
          <p:cNvSpPr txBox="1"/>
          <p:nvPr/>
        </p:nvSpPr>
        <p:spPr>
          <a:xfrm>
            <a:off x="5631668" y="192554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News</a:t>
            </a:r>
            <a:endParaRPr lang="ko-KR" altLang="en-US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B0677E7-A56F-C5A6-05B5-1CB9B0281A20}"/>
              </a:ext>
            </a:extLst>
          </p:cNvPr>
          <p:cNvGrpSpPr/>
          <p:nvPr/>
        </p:nvGrpSpPr>
        <p:grpSpPr>
          <a:xfrm>
            <a:off x="4134853" y="2441359"/>
            <a:ext cx="2153765" cy="3446687"/>
            <a:chOff x="1891320" y="2112885"/>
            <a:chExt cx="2153765" cy="3446687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887EA756-F189-524D-280F-2F0FFBDED654}"/>
                </a:ext>
              </a:extLst>
            </p:cNvPr>
            <p:cNvSpPr/>
            <p:nvPr/>
          </p:nvSpPr>
          <p:spPr>
            <a:xfrm>
              <a:off x="1908699" y="2604595"/>
              <a:ext cx="585926" cy="58592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B1DF72D-1700-677D-5174-AAEAB5EF747A}"/>
                </a:ext>
              </a:extLst>
            </p:cNvPr>
            <p:cNvSpPr/>
            <p:nvPr/>
          </p:nvSpPr>
          <p:spPr>
            <a:xfrm>
              <a:off x="3459159" y="2112885"/>
              <a:ext cx="585926" cy="58592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B3BD54AE-D1A0-8C5C-6E42-986264FEDDB8}"/>
                </a:ext>
              </a:extLst>
            </p:cNvPr>
            <p:cNvSpPr/>
            <p:nvPr/>
          </p:nvSpPr>
          <p:spPr>
            <a:xfrm>
              <a:off x="1891320" y="3544479"/>
              <a:ext cx="585926" cy="58592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2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DFE6698-02E4-280A-9724-BEE0AAF6144C}"/>
                </a:ext>
              </a:extLst>
            </p:cNvPr>
            <p:cNvSpPr/>
            <p:nvPr/>
          </p:nvSpPr>
          <p:spPr>
            <a:xfrm>
              <a:off x="1908699" y="4495912"/>
              <a:ext cx="585926" cy="585926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3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33153B9B-5834-AF7B-3DE6-D11BA1CDF20C}"/>
                </a:ext>
              </a:extLst>
            </p:cNvPr>
            <p:cNvSpPr/>
            <p:nvPr/>
          </p:nvSpPr>
          <p:spPr>
            <a:xfrm>
              <a:off x="3459159" y="3060644"/>
              <a:ext cx="585926" cy="58592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8D90F6-E186-1B73-9682-73EC2177ABB2}"/>
                </a:ext>
              </a:extLst>
            </p:cNvPr>
            <p:cNvSpPr/>
            <p:nvPr/>
          </p:nvSpPr>
          <p:spPr>
            <a:xfrm>
              <a:off x="3459159" y="4032877"/>
              <a:ext cx="585926" cy="58592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95489CB-2760-047C-3883-7AA937DFD400}"/>
                </a:ext>
              </a:extLst>
            </p:cNvPr>
            <p:cNvSpPr/>
            <p:nvPr/>
          </p:nvSpPr>
          <p:spPr>
            <a:xfrm>
              <a:off x="3459159" y="4973646"/>
              <a:ext cx="585926" cy="58592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D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A2177699-1BA4-5B88-CF10-94364439C16F}"/>
                </a:ext>
              </a:extLst>
            </p:cNvPr>
            <p:cNvCxnSpPr>
              <a:cxnSpLocks/>
              <a:stCxn id="7" idx="6"/>
              <a:endCxn id="14" idx="2"/>
            </p:cNvCxnSpPr>
            <p:nvPr/>
          </p:nvCxnSpPr>
          <p:spPr>
            <a:xfrm>
              <a:off x="2494625" y="2897558"/>
              <a:ext cx="964534" cy="456049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94D286C9-59E1-BC90-B900-3ED6596CCF51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 flipV="1">
              <a:off x="2494625" y="2405848"/>
              <a:ext cx="964534" cy="49171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727ECEAE-D2B4-109D-D560-EBC544BF7D31}"/>
                </a:ext>
              </a:extLst>
            </p:cNvPr>
            <p:cNvCxnSpPr>
              <a:cxnSpLocks/>
              <a:stCxn id="12" idx="6"/>
              <a:endCxn id="14" idx="2"/>
            </p:cNvCxnSpPr>
            <p:nvPr/>
          </p:nvCxnSpPr>
          <p:spPr>
            <a:xfrm flipV="1">
              <a:off x="2477246" y="3353607"/>
              <a:ext cx="981913" cy="48383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D53225C4-35A0-936D-950B-1F6973078589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>
              <a:off x="2494625" y="3837442"/>
              <a:ext cx="964534" cy="48839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3388A55E-70D9-56C6-28F9-98B24B862EAF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2494625" y="2405848"/>
              <a:ext cx="964534" cy="14569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5AAE2099-6BBD-23CE-0AFF-D5DF6B09FCB1}"/>
                </a:ext>
              </a:extLst>
            </p:cNvPr>
            <p:cNvCxnSpPr>
              <a:cxnSpLocks/>
              <a:stCxn id="13" idx="6"/>
              <a:endCxn id="16" idx="2"/>
            </p:cNvCxnSpPr>
            <p:nvPr/>
          </p:nvCxnSpPr>
          <p:spPr>
            <a:xfrm>
              <a:off x="2494625" y="4788875"/>
              <a:ext cx="964534" cy="47773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91B4FAD7-C6C4-5C62-F4B3-27E3C65B600E}"/>
                </a:ext>
              </a:extLst>
            </p:cNvPr>
            <p:cNvCxnSpPr>
              <a:cxnSpLocks/>
              <a:stCxn id="13" idx="6"/>
              <a:endCxn id="14" idx="2"/>
            </p:cNvCxnSpPr>
            <p:nvPr/>
          </p:nvCxnSpPr>
          <p:spPr>
            <a:xfrm flipV="1">
              <a:off x="2494625" y="3353607"/>
              <a:ext cx="964534" cy="14352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93987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7C8130-31E9-6002-4FAD-35DD76C31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User Node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5DF66F-33A7-17D4-BB1C-14660069A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User</a:t>
            </a:r>
            <a:r>
              <a:rPr lang="ko-KR" altLang="en-US" dirty="0"/>
              <a:t>의 특성이 거의 없어서 새로운 특성을 만듦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8CADA4-8BDF-5144-4755-6BF78868A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79EBEF0-590D-82AA-6B96-E996FDC6BC3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4A119CA-7BDD-B801-4A1F-3E59EC261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9" y="2319287"/>
            <a:ext cx="9526329" cy="345805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95D3A9F-AC12-14DB-DE81-9183F05D068B}"/>
              </a:ext>
            </a:extLst>
          </p:cNvPr>
          <p:cNvSpPr/>
          <p:nvPr/>
        </p:nvSpPr>
        <p:spPr>
          <a:xfrm>
            <a:off x="537272" y="3289177"/>
            <a:ext cx="9526329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A85E35D-F3D4-4F2B-06AC-E891567E0FB5}"/>
              </a:ext>
            </a:extLst>
          </p:cNvPr>
          <p:cNvSpPr/>
          <p:nvPr/>
        </p:nvSpPr>
        <p:spPr>
          <a:xfrm>
            <a:off x="546149" y="3832194"/>
            <a:ext cx="9526329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C96249D-97B0-D908-8088-6C81BAA2FC87}"/>
              </a:ext>
            </a:extLst>
          </p:cNvPr>
          <p:cNvSpPr/>
          <p:nvPr/>
        </p:nvSpPr>
        <p:spPr>
          <a:xfrm>
            <a:off x="534045" y="4887835"/>
            <a:ext cx="9526329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6BBE7B-A3F1-A8BE-3506-DD09120FC260}"/>
              </a:ext>
            </a:extLst>
          </p:cNvPr>
          <p:cNvSpPr txBox="1"/>
          <p:nvPr/>
        </p:nvSpPr>
        <p:spPr>
          <a:xfrm>
            <a:off x="10217992" y="3670387"/>
            <a:ext cx="1143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노드이름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B19C85-E13D-6FDE-6813-7BA481EB63DC}"/>
              </a:ext>
            </a:extLst>
          </p:cNvPr>
          <p:cNvSpPr txBox="1"/>
          <p:nvPr/>
        </p:nvSpPr>
        <p:spPr>
          <a:xfrm>
            <a:off x="10182482" y="3131786"/>
            <a:ext cx="2009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단순한 클릭번호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6E9F74-2613-91A2-F9E6-8A451A15DFF9}"/>
              </a:ext>
            </a:extLst>
          </p:cNvPr>
          <p:cNvSpPr txBox="1"/>
          <p:nvPr/>
        </p:nvSpPr>
        <p:spPr>
          <a:xfrm>
            <a:off x="10139650" y="4670501"/>
            <a:ext cx="140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엣지정보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A127D7-0121-496E-075A-9FF7E927AD22}"/>
              </a:ext>
            </a:extLst>
          </p:cNvPr>
          <p:cNvSpPr txBox="1"/>
          <p:nvPr/>
        </p:nvSpPr>
        <p:spPr>
          <a:xfrm>
            <a:off x="10139650" y="5239066"/>
            <a:ext cx="140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엣지정보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BD8C9A9-FCD2-0013-AFDC-F4EBD5CDAF59}"/>
              </a:ext>
            </a:extLst>
          </p:cNvPr>
          <p:cNvSpPr/>
          <p:nvPr/>
        </p:nvSpPr>
        <p:spPr>
          <a:xfrm>
            <a:off x="561980" y="5456295"/>
            <a:ext cx="9526329" cy="4571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539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B7D72B-CC7B-A639-4D47-6660CA345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User Node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E3BB3A-4271-D8F0-FBC5-79C8902B5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369176-1256-4DD9-A052-B72372322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664DA22-E2F3-0BCD-C0BD-B5DAA996FA9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15AA861-6226-9B8E-08CF-5613E006D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23" y="1067842"/>
            <a:ext cx="10042502" cy="472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412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5EDF84-750E-6151-9F30-EFFEF6E80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News Node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B0D260-9475-6FDE-AD05-CC469DA27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C3CD27-1613-325D-A4B6-89BA6A4E9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E3E3139-5E57-2295-FB05-F0649BB2AC2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9B71366-CAC3-9E72-1587-4842715F4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51" y="1052110"/>
            <a:ext cx="9621887" cy="5188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991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82430D-9200-256B-8599-E715112A9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그래프로 그려보기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0D62C2-24FB-EE63-1D54-C318F8B47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233E22-3586-38DC-7C95-8EC09E3D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9145871-2D88-E6A9-ABBF-56193F5E846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1444707-F7A7-9B64-0A9F-127326286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80" y="1016310"/>
            <a:ext cx="7479583" cy="526052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F4D44ED-5A36-F676-651B-2C151C359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713" y="1062918"/>
            <a:ext cx="4070162" cy="506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184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7B684-A439-FC82-7CAE-9F72283B1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4A1D8-D9DC-B03E-F957-57F6DB278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그래프로 그려보기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ACB1AE-0CFE-543F-7ECF-6A5121858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5261C2-F015-E97D-165A-85CE2F966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6B4A0D8-E1AA-2246-B887-6D2F2095B71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266C0D-D7C8-2E87-B127-BD1C9E1D3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75" y="1112641"/>
            <a:ext cx="11253849" cy="163676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B74748C-5DA9-1F51-AD3F-31AF2D693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39" y="2788210"/>
            <a:ext cx="3772426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739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4042B-5CC3-931F-F95D-F96C2BE67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C4FBBA-A5B4-71EA-D5D1-41A35DC25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News_data</a:t>
            </a:r>
            <a:r>
              <a:rPr lang="ko-KR" altLang="en-US" dirty="0"/>
              <a:t>의 각 행을 순회</a:t>
            </a:r>
            <a:r>
              <a:rPr lang="en-US" altLang="ko-KR" dirty="0"/>
              <a:t>, </a:t>
            </a:r>
            <a:r>
              <a:rPr lang="ko-KR" altLang="en-US" dirty="0"/>
              <a:t>각 뉴스의 고유 </a:t>
            </a:r>
            <a:r>
              <a:rPr lang="en-US" altLang="ko-KR" dirty="0"/>
              <a:t>id</a:t>
            </a:r>
            <a:r>
              <a:rPr lang="ko-KR" altLang="en-US" dirty="0"/>
              <a:t>를 노드로 추가 및 뉴스의 속성을 함께 저장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DA4346-C125-9A78-D645-A775757CF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08DC428-621E-9A6A-FCA2-AEDD2028E66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54121E9-FC39-D714-4003-04983ECC2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479" y="1496303"/>
            <a:ext cx="4535105" cy="323532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0CBA0F2-98C3-8A8D-7224-86854780C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563" y="1496303"/>
            <a:ext cx="3589472" cy="48161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BE1F713-365D-9AAD-439C-CE1ECC978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79" y="4731625"/>
            <a:ext cx="8621328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97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96135F-781B-6665-21CA-FFD0155BF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E4BEDB-9F85-60FD-814F-C69937BBD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5A3A3BE-49E7-2565-1B70-955C205F7A0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36ABFC5B-40DB-FE33-8D66-CD77D2FD6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파생피처</a:t>
            </a:r>
            <a:r>
              <a:rPr lang="ko-KR" altLang="en-US" dirty="0"/>
              <a:t> 생성</a:t>
            </a:r>
          </a:p>
        </p:txBody>
      </p:sp>
      <p:pic>
        <p:nvPicPr>
          <p:cNvPr id="12" name="내용 개체 틀 8">
            <a:extLst>
              <a:ext uri="{FF2B5EF4-FFF2-40B4-BE49-F238E27FC236}">
                <a16:creationId xmlns:a16="http://schemas.microsoft.com/office/drawing/2014/main" id="{757FC42A-055D-CB3C-1674-CC471587B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925" y="103082"/>
            <a:ext cx="5563934" cy="636697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2D3BE41-46E0-1D79-CD1B-C064AE772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87" y="1483804"/>
            <a:ext cx="9554908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08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0281C-0385-E450-DA84-297F6F4B1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엣지연결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A9892C-4127-3DCB-9E05-DA7136F6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6ED2242-CE88-6B6C-D65B-242A3DCD8BF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895128B-8D91-058C-65C2-E26395551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476" y="174515"/>
            <a:ext cx="5739048" cy="6274229"/>
          </a:xfrm>
          <a:prstGeom prst="rect">
            <a:avLst/>
          </a:prstGeom>
        </p:spPr>
      </p:pic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4A63495D-5299-E737-4532-333886613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2198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4C00C-5C52-91CE-90E6-7CF0EC99B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노드와 </a:t>
            </a:r>
            <a:r>
              <a:rPr lang="ko-KR" altLang="en-US" dirty="0" err="1"/>
              <a:t>엣지</a:t>
            </a:r>
            <a:r>
              <a:rPr lang="ko-KR" altLang="en-US" dirty="0"/>
              <a:t>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5E7DCC-227F-F3B4-FE40-FF1FD82FF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7498BB-099F-03BB-5A3B-69F07E74D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1BFFBAF-3E44-3069-B7E0-1EB2ECA8012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46D727B-DE86-8764-583D-014588E7A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9" y="1295192"/>
            <a:ext cx="7665249" cy="470275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86BD8A8-8EE1-FF1E-BC00-3F8E55797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5888" y="1295192"/>
            <a:ext cx="2514951" cy="100026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B114FA2-BC8D-15DC-56E9-BF18539A3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39" y="2443716"/>
            <a:ext cx="11253850" cy="205179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CB710B7-91A9-E1BC-B792-5C812E0DCB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639" y="3728966"/>
            <a:ext cx="11253849" cy="2291693"/>
          </a:xfrm>
          <a:prstGeom prst="rect">
            <a:avLst/>
          </a:prstGeom>
        </p:spPr>
      </p:pic>
      <p:pic>
        <p:nvPicPr>
          <p:cNvPr id="18" name="내용 개체 틀 10">
            <a:extLst>
              <a:ext uri="{FF2B5EF4-FFF2-40B4-BE49-F238E27FC236}">
                <a16:creationId xmlns:a16="http://schemas.microsoft.com/office/drawing/2014/main" id="{29CF4CAC-B35A-3A71-D105-3427344372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2579" y="1025349"/>
            <a:ext cx="6190133" cy="524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55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ADC9E5-ED26-42DF-1E4A-96AE34840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1DA717-5027-BDF0-1270-02207D6D3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버트로</a:t>
            </a:r>
            <a:r>
              <a:rPr lang="ko-KR" altLang="en-US" dirty="0"/>
              <a:t> </a:t>
            </a:r>
            <a:r>
              <a:rPr lang="ko-KR" altLang="en-US" dirty="0" err="1"/>
              <a:t>임베딩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92FC6F-E564-F20D-C7F5-0FE3C05CA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3360B9C-1ECA-4FFF-01AF-6A39D8FD244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FA9B104-EC94-175A-DF06-9A779A4BC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61" y="1556517"/>
            <a:ext cx="6963747" cy="115268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340928F-95FF-DD34-6AF4-C397667FE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61" y="2784411"/>
            <a:ext cx="8621328" cy="42868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AB3AAFF-BC36-5CE9-E205-01D9F0A41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61" y="3357009"/>
            <a:ext cx="8127855" cy="251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835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73675-9A70-170D-1FA7-6EAE4C1FD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6CC653-BABD-99FD-4F17-E0DC6A643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4FA46F-BE99-21EE-CF0A-71A8C93AA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유저노드</a:t>
            </a:r>
            <a:r>
              <a:rPr lang="ko-KR" altLang="en-US" dirty="0"/>
              <a:t> </a:t>
            </a:r>
            <a:r>
              <a:rPr lang="ko-KR" altLang="en-US" dirty="0" err="1"/>
              <a:t>임베딩</a:t>
            </a:r>
            <a:r>
              <a:rPr lang="ko-KR" altLang="en-US" dirty="0"/>
              <a:t> 및 </a:t>
            </a:r>
            <a:r>
              <a:rPr lang="ko-KR" altLang="en-US" dirty="0" err="1"/>
              <a:t>뉴스노드</a:t>
            </a:r>
            <a:r>
              <a:rPr lang="ko-KR" altLang="en-US" dirty="0"/>
              <a:t> </a:t>
            </a:r>
            <a:r>
              <a:rPr lang="ko-KR" altLang="en-US" dirty="0" err="1"/>
              <a:t>피쳐</a:t>
            </a:r>
            <a:r>
              <a:rPr lang="ko-KR" altLang="en-US" dirty="0"/>
              <a:t> 추가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EEDDEC-F8EC-1C1A-E548-ACF4D92F1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2927A6E-51DE-D9BA-E121-6145BDFA21F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A42DDC4-267A-D82C-0A19-76320526D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49" y="2222131"/>
            <a:ext cx="8502658" cy="326541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EEE33C8-7E99-DBB4-D29C-EBAA8A295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330" y="1267099"/>
            <a:ext cx="5423202" cy="569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3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83CE9E-300B-9302-BE30-ACDA2FC15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B495A9-6D7A-4450-17AD-6AC4CB446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바꾼 벡터들을 그래프 반영 </a:t>
            </a:r>
            <a:r>
              <a:rPr lang="en-US" altLang="ko-KR" dirty="0"/>
              <a:t>– </a:t>
            </a:r>
            <a:r>
              <a:rPr lang="ko-KR" altLang="en-US" dirty="0"/>
              <a:t>속성</a:t>
            </a:r>
            <a:r>
              <a:rPr lang="en-US" altLang="ko-KR" dirty="0"/>
              <a:t> x </a:t>
            </a:r>
            <a:r>
              <a:rPr lang="ko-KR" altLang="en-US" dirty="0"/>
              <a:t>로 추가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F9BA6F-6C80-34EB-5949-1DC350CA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ACD35F5-1007-FBB7-A8EF-C919FE62BA9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8AE0848-482A-5EBA-2FA7-76A917F11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577" y="1033558"/>
            <a:ext cx="5619026" cy="5388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795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710DFA-2EE5-D901-CABE-C9F4A04F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C05D8D8-739F-C9F9-3D63-AEC852A60034}"/>
              </a:ext>
            </a:extLst>
          </p:cNvPr>
          <p:cNvSpPr/>
          <p:nvPr/>
        </p:nvSpPr>
        <p:spPr>
          <a:xfrm>
            <a:off x="284202" y="1147001"/>
            <a:ext cx="47740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감사합니다</a:t>
            </a:r>
            <a:r>
              <a:rPr lang="en-US" altLang="ko-KR" sz="5400" b="0" i="0" dirty="0">
                <a:solidFill>
                  <a:srgbClr val="000000"/>
                </a:solidFill>
                <a:effectLst/>
                <a:latin typeface="se-nanumgothic"/>
              </a:rPr>
              <a:t>´._.`</a:t>
            </a:r>
            <a:endParaRPr lang="en-US" altLang="ko-K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2637763"/>
      </p:ext>
    </p:extLst>
  </p:cSld>
  <p:clrMapOvr>
    <a:masterClrMapping/>
  </p:clrMapOvr>
</p:sld>
</file>

<file path=ppt/theme/theme1.xml><?xml version="1.0" encoding="utf-8"?>
<a:theme xmlns:a="http://schemas.openxmlformats.org/drawingml/2006/main" name="세미나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">
      <a:majorFont>
        <a:latin typeface="Times New Roman"/>
        <a:ea typeface="맑은 고딕"/>
        <a:cs typeface=""/>
      </a:majorFont>
      <a:minorFont>
        <a:latin typeface="Times New Roman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세미나테마" id="{F0B14E78-0364-4296-861A-629154498883}" vid="{07BE5619-E2A8-4325-BCB2-DEE69878C6E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fe23552-e412-49a4-9529-4c360febdc1a">
      <Terms xmlns="http://schemas.microsoft.com/office/infopath/2007/PartnerControls"/>
    </lcf76f155ced4ddcb4097134ff3c332f>
    <TaxCatchAll xmlns="ff4cacbd-dc2f-41c0-9cbc-53de60920d4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9795455B19719479947D270077BE608" ma:contentTypeVersion="13" ma:contentTypeDescription="새 문서를 만듭니다." ma:contentTypeScope="" ma:versionID="2a3d95f513f07d4a27156af80b291b6a">
  <xsd:schema xmlns:xsd="http://www.w3.org/2001/XMLSchema" xmlns:xs="http://www.w3.org/2001/XMLSchema" xmlns:p="http://schemas.microsoft.com/office/2006/metadata/properties" xmlns:ns2="bfe23552-e412-49a4-9529-4c360febdc1a" xmlns:ns3="ff4cacbd-dc2f-41c0-9cbc-53de60920d42" targetNamespace="http://schemas.microsoft.com/office/2006/metadata/properties" ma:root="true" ma:fieldsID="36356acdaffcccd3927915d39ab9f653" ns2:_="" ns3:_="">
    <xsd:import namespace="bfe23552-e412-49a4-9529-4c360febdc1a"/>
    <xsd:import namespace="ff4cacbd-dc2f-41c0-9cbc-53de60920d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e23552-e412-49a4-9529-4c360febdc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이미지 태그" ma:readOnly="false" ma:fieldId="{5cf76f15-5ced-4ddc-b409-7134ff3c332f}" ma:taxonomyMulti="true" ma:sspId="ac1c61d9-a430-48ff-9169-afa47b8afb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4cacbd-dc2f-41c0-9cbc-53de60920d4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eca0473b-6864-4c06-b0b5-fee83201fdb6}" ma:internalName="TaxCatchAll" ma:showField="CatchAllData" ma:web="ff4cacbd-dc2f-41c0-9cbc-53de60920d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EF38A23-AD59-484B-B618-59293A578294}">
  <ds:schemaRefs>
    <ds:schemaRef ds:uri="http://schemas.microsoft.com/office/2006/metadata/properties"/>
    <ds:schemaRef ds:uri="http://schemas.microsoft.com/office/infopath/2007/PartnerControls"/>
    <ds:schemaRef ds:uri="bfe23552-e412-49a4-9529-4c360febdc1a"/>
    <ds:schemaRef ds:uri="ff4cacbd-dc2f-41c0-9cbc-53de60920d42"/>
  </ds:schemaRefs>
</ds:datastoreItem>
</file>

<file path=customXml/itemProps2.xml><?xml version="1.0" encoding="utf-8"?>
<ds:datastoreItem xmlns:ds="http://schemas.openxmlformats.org/officeDocument/2006/customXml" ds:itemID="{6A338EDC-521E-42B0-8BC3-462B969739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e23552-e412-49a4-9529-4c360febdc1a"/>
    <ds:schemaRef ds:uri="ff4cacbd-dc2f-41c0-9cbc-53de60920d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091B1CB-BB26-440C-B1CB-98A3D89C1B3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세미나테마</Template>
  <TotalTime>5950</TotalTime>
  <Words>193</Words>
  <Application>Microsoft Office PowerPoint</Application>
  <PresentationFormat>와이드스크린</PresentationFormat>
  <Paragraphs>65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se-nanumgothic</vt:lpstr>
      <vt:lpstr>맑은 고딕</vt:lpstr>
      <vt:lpstr>Arial</vt:lpstr>
      <vt:lpstr>Times New Roman</vt:lpstr>
      <vt:lpstr>세미나테마</vt:lpstr>
      <vt:lpstr>스트리밍 세미나</vt:lpstr>
      <vt:lpstr>News.tsv</vt:lpstr>
      <vt:lpstr>News.tsv</vt:lpstr>
      <vt:lpstr>News.tsv</vt:lpstr>
      <vt:lpstr>구조</vt:lpstr>
      <vt:lpstr>PowerPoint 프레젠테이션</vt:lpstr>
      <vt:lpstr>User Node</vt:lpstr>
      <vt:lpstr>User Node</vt:lpstr>
      <vt:lpstr>News Node</vt:lpstr>
      <vt:lpstr>그래프로 그려보기</vt:lpstr>
      <vt:lpstr>그래프로 그려보기</vt:lpstr>
      <vt:lpstr>PowerPoint 프레젠테이션</vt:lpstr>
      <vt:lpstr>PowerPoint 프레젠테이션</vt:lpstr>
      <vt:lpstr>엣지연결</vt:lpstr>
      <vt:lpstr>노드와 엣지 확인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그래프 이론과 개념</dc:title>
  <dc:creator>박진우</dc:creator>
  <cp:lastModifiedBy>서현우</cp:lastModifiedBy>
  <cp:revision>39</cp:revision>
  <dcterms:created xsi:type="dcterms:W3CDTF">2023-07-06T03:52:26Z</dcterms:created>
  <dcterms:modified xsi:type="dcterms:W3CDTF">2025-02-14T05:01:54Z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0x010100C9795455B19719479947D270077BE608</vt:lpwstr>
  </property>
</Properties>
</file>