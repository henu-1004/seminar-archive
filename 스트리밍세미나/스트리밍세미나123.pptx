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256" r:id="rId5"/>
    <p:sldId id="270" r:id="rId6"/>
    <p:sldId id="271" r:id="rId7"/>
    <p:sldId id="276" r:id="rId8"/>
    <p:sldId id="293" r:id="rId9"/>
    <p:sldId id="278" r:id="rId10"/>
    <p:sldId id="277" r:id="rId11"/>
    <p:sldId id="279" r:id="rId12"/>
    <p:sldId id="286" r:id="rId13"/>
    <p:sldId id="287" r:id="rId14"/>
    <p:sldId id="288" r:id="rId15"/>
    <p:sldId id="289" r:id="rId16"/>
    <p:sldId id="291" r:id="rId17"/>
    <p:sldId id="290" r:id="rId18"/>
    <p:sldId id="292" r:id="rId19"/>
    <p:sldId id="294" r:id="rId20"/>
    <p:sldId id="296" r:id="rId21"/>
    <p:sldId id="295" r:id="rId22"/>
    <p:sldId id="297" r:id="rId23"/>
    <p:sldId id="298" r:id="rId24"/>
    <p:sldId id="300" r:id="rId25"/>
    <p:sldId id="301" r:id="rId26"/>
    <p:sldId id="299" r:id="rId27"/>
    <p:sldId id="267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8B003-28FF-4010-9D5A-AA47B32789CD}" v="23" dt="2024-01-17T09:27:20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5" autoAdjust="0"/>
    <p:restoredTop sz="93925" autoAdjust="0"/>
  </p:normalViewPr>
  <p:slideViewPr>
    <p:cSldViewPr snapToGrid="0">
      <p:cViewPr varScale="1">
        <p:scale>
          <a:sx n="72" d="100"/>
          <a:sy n="72" d="100"/>
        </p:scale>
        <p:origin x="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8662992-F692-434D-88E2-565F8B3261B8}" type="datetime1">
              <a:rPr lang="ko-KR" altLang="en-US" smtClean="0"/>
              <a:t>2025-02-21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스트리밍 세미나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오민정</a:t>
            </a:r>
            <a:r>
              <a:rPr lang="en-US" altLang="ko-KR" dirty="0"/>
              <a:t>, </a:t>
            </a:r>
            <a:r>
              <a:rPr lang="ko-KR" altLang="en-US" dirty="0"/>
              <a:t>서현우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21E3-F023-4EF0-927C-33CC47FB618B}" type="datetime1">
              <a:rPr lang="ko-KR" altLang="en-US" smtClean="0"/>
              <a:t>2025-02-21</a:t>
            </a:fld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3836F-80B4-2E10-695E-D990C078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News.tsv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2E4DF-54F6-01D2-F473-5BA9EFDC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CF61A-7EE1-0669-6779-A7537D7E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0438D6-8E05-F9BD-8DC3-83602B6DD7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53F017-255C-12B1-8EE2-CF888E999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76" y="1188067"/>
            <a:ext cx="10736173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3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C3085-4FB6-E743-4D9B-B72A422C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News.tsv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C2FD4D-99B7-3735-1A63-7AA345342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EDE904-6ED9-3370-446F-34560B0E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55082E1-35CE-1017-ADAA-3A0434F620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190248-6219-3171-F51A-507A43C8E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76" y="1763983"/>
            <a:ext cx="10879068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82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41E7A-52B6-8D7B-6930-52483700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2CF09-5A07-41C3-B45F-7810A458C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History, Impression(1) </a:t>
            </a:r>
            <a:r>
              <a:rPr lang="ko-KR" altLang="en-US" dirty="0"/>
              <a:t>기준으로 </a:t>
            </a:r>
            <a:r>
              <a:rPr lang="en-US" altLang="ko-KR" dirty="0"/>
              <a:t>Edge </a:t>
            </a:r>
            <a:r>
              <a:rPr lang="ko-KR" altLang="en-US" dirty="0"/>
              <a:t>구성            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 err="1"/>
              <a:t>Gcn</a:t>
            </a:r>
            <a:r>
              <a:rPr lang="en-US" altLang="ko-KR" dirty="0"/>
              <a:t> – </a:t>
            </a:r>
            <a:r>
              <a:rPr lang="ko-KR" altLang="en-US" dirty="0"/>
              <a:t>노드의 표현을 잘하자 </a:t>
            </a:r>
            <a:r>
              <a:rPr lang="en-US" altLang="ko-KR" dirty="0"/>
              <a:t>&gt; </a:t>
            </a:r>
            <a:r>
              <a:rPr lang="ko-KR" altLang="en-US" dirty="0"/>
              <a:t>학습완료 후 </a:t>
            </a:r>
            <a:r>
              <a:rPr lang="en-US" altLang="ko-KR" dirty="0"/>
              <a:t>User, News </a:t>
            </a:r>
            <a:r>
              <a:rPr lang="ko-KR" altLang="en-US" dirty="0"/>
              <a:t>노드 가 유사하다면 추천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E9B4CA-91FC-3C5F-AED1-0136DB9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32BD22-BE83-7625-397E-AE2E509800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A5B87-30F2-BB99-EB1B-13931B748D41}"/>
              </a:ext>
            </a:extLst>
          </p:cNvPr>
          <p:cNvSpPr txBox="1"/>
          <p:nvPr/>
        </p:nvSpPr>
        <p:spPr>
          <a:xfrm>
            <a:off x="4116720" y="194735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User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7996E-24DB-01AB-AAD7-B57C8506ECC4}"/>
              </a:ext>
            </a:extLst>
          </p:cNvPr>
          <p:cNvSpPr txBox="1"/>
          <p:nvPr/>
        </p:nvSpPr>
        <p:spPr>
          <a:xfrm>
            <a:off x="5631668" y="19255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News</a:t>
            </a:r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B0677E7-A56F-C5A6-05B5-1CB9B0281A20}"/>
              </a:ext>
            </a:extLst>
          </p:cNvPr>
          <p:cNvGrpSpPr/>
          <p:nvPr/>
        </p:nvGrpSpPr>
        <p:grpSpPr>
          <a:xfrm>
            <a:off x="4134853" y="2441359"/>
            <a:ext cx="2153765" cy="3446687"/>
            <a:chOff x="1891320" y="2112885"/>
            <a:chExt cx="2153765" cy="3446687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87EA756-F189-524D-280F-2F0FFBDED654}"/>
                </a:ext>
              </a:extLst>
            </p:cNvPr>
            <p:cNvSpPr/>
            <p:nvPr/>
          </p:nvSpPr>
          <p:spPr>
            <a:xfrm>
              <a:off x="1908699" y="2604595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B1DF72D-1700-677D-5174-AAEAB5EF747A}"/>
                </a:ext>
              </a:extLst>
            </p:cNvPr>
            <p:cNvSpPr/>
            <p:nvPr/>
          </p:nvSpPr>
          <p:spPr>
            <a:xfrm>
              <a:off x="3459159" y="2112885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3BD54AE-D1A0-8C5C-6E42-986264FEDDB8}"/>
                </a:ext>
              </a:extLst>
            </p:cNvPr>
            <p:cNvSpPr/>
            <p:nvPr/>
          </p:nvSpPr>
          <p:spPr>
            <a:xfrm>
              <a:off x="1891320" y="3544479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DFE6698-02E4-280A-9724-BEE0AAF6144C}"/>
                </a:ext>
              </a:extLst>
            </p:cNvPr>
            <p:cNvSpPr/>
            <p:nvPr/>
          </p:nvSpPr>
          <p:spPr>
            <a:xfrm>
              <a:off x="1908699" y="4495912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3153B9B-5834-AF7B-3DE6-D11BA1CDF20C}"/>
                </a:ext>
              </a:extLst>
            </p:cNvPr>
            <p:cNvSpPr/>
            <p:nvPr/>
          </p:nvSpPr>
          <p:spPr>
            <a:xfrm>
              <a:off x="3459159" y="3060644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8D90F6-E186-1B73-9682-73EC2177ABB2}"/>
                </a:ext>
              </a:extLst>
            </p:cNvPr>
            <p:cNvSpPr/>
            <p:nvPr/>
          </p:nvSpPr>
          <p:spPr>
            <a:xfrm>
              <a:off x="3459159" y="4032877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95489CB-2760-047C-3883-7AA937DFD400}"/>
                </a:ext>
              </a:extLst>
            </p:cNvPr>
            <p:cNvSpPr/>
            <p:nvPr/>
          </p:nvSpPr>
          <p:spPr>
            <a:xfrm>
              <a:off x="3459159" y="4973646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2177699-1BA4-5B88-CF10-94364439C16F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>
              <a:off x="2494625" y="2897558"/>
              <a:ext cx="964534" cy="45604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4D286C9-59E1-BC90-B900-3ED6596CCF51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 flipV="1">
              <a:off x="2494625" y="2405848"/>
              <a:ext cx="964534" cy="49171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27ECEAE-D2B4-109D-D560-EBC544BF7D31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 flipV="1">
              <a:off x="2477246" y="3353607"/>
              <a:ext cx="981913" cy="4838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53225C4-35A0-936D-950B-1F6973078589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2494625" y="3837442"/>
              <a:ext cx="964534" cy="48839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3388A55E-70D9-56C6-28F9-98B24B862EAF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494625" y="2405848"/>
              <a:ext cx="964534" cy="14569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AAE2099-6BBD-23CE-0AFF-D5DF6B09FCB1}"/>
                </a:ext>
              </a:extLst>
            </p:cNvPr>
            <p:cNvCxnSpPr>
              <a:cxnSpLocks/>
              <a:stCxn id="13" idx="6"/>
              <a:endCxn id="16" idx="2"/>
            </p:cNvCxnSpPr>
            <p:nvPr/>
          </p:nvCxnSpPr>
          <p:spPr>
            <a:xfrm>
              <a:off x="2494625" y="4788875"/>
              <a:ext cx="964534" cy="4777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91B4FAD7-C6C4-5C62-F4B3-27E3C65B600E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2494625" y="3353607"/>
              <a:ext cx="964534" cy="14352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398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8D8F-0C23-B71D-CB78-D5614CCA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15735-C09A-D0E9-0C48-7A93CDF4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27932-38A7-DCE6-F960-C035ABECC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History, Impression(1,0) </a:t>
            </a:r>
            <a:r>
              <a:rPr lang="ko-KR" altLang="en-US" dirty="0"/>
              <a:t>기준으로 </a:t>
            </a:r>
            <a:r>
              <a:rPr lang="en-US" altLang="ko-KR" dirty="0"/>
              <a:t>Edge </a:t>
            </a:r>
            <a:r>
              <a:rPr lang="ko-KR" altLang="en-US" dirty="0"/>
              <a:t>구성  및 </a:t>
            </a:r>
            <a:r>
              <a:rPr lang="en-US" altLang="ko-KR" dirty="0"/>
              <a:t>edge</a:t>
            </a:r>
            <a:r>
              <a:rPr lang="ko-KR" altLang="en-US" dirty="0"/>
              <a:t>에 읽음 </a:t>
            </a:r>
            <a:r>
              <a:rPr lang="en-US" altLang="ko-KR" dirty="0"/>
              <a:t>= 1, </a:t>
            </a:r>
            <a:r>
              <a:rPr lang="ko-KR" altLang="en-US" dirty="0" err="1"/>
              <a:t>읽지않음</a:t>
            </a:r>
            <a:r>
              <a:rPr lang="ko-KR" altLang="en-US" dirty="0"/>
              <a:t> </a:t>
            </a:r>
            <a:r>
              <a:rPr lang="en-US" altLang="ko-KR" dirty="0"/>
              <a:t>= -1</a:t>
            </a:r>
            <a:r>
              <a:rPr lang="ko-KR" altLang="en-US" dirty="0"/>
              <a:t>로 속성 추가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072F5-3882-26DE-2867-A9006D55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2DD412D-D102-95BB-6456-DECCB3259D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B80F3-AF06-5CC7-FD2A-7BC246010C13}"/>
              </a:ext>
            </a:extLst>
          </p:cNvPr>
          <p:cNvSpPr txBox="1"/>
          <p:nvPr/>
        </p:nvSpPr>
        <p:spPr>
          <a:xfrm>
            <a:off x="4116720" y="194735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User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7CE9A1-B1CF-682D-49AF-2CE62A160EDF}"/>
              </a:ext>
            </a:extLst>
          </p:cNvPr>
          <p:cNvSpPr txBox="1"/>
          <p:nvPr/>
        </p:nvSpPr>
        <p:spPr>
          <a:xfrm>
            <a:off x="5631668" y="19255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News</a:t>
            </a:r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90439A3-E383-846F-EAB8-9C765A50EE7E}"/>
              </a:ext>
            </a:extLst>
          </p:cNvPr>
          <p:cNvGrpSpPr/>
          <p:nvPr/>
        </p:nvGrpSpPr>
        <p:grpSpPr>
          <a:xfrm>
            <a:off x="4134853" y="2441359"/>
            <a:ext cx="2153765" cy="3446687"/>
            <a:chOff x="1891320" y="2112885"/>
            <a:chExt cx="2153765" cy="3446687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B9A4935-101B-84CA-EBF8-0353093319AC}"/>
                </a:ext>
              </a:extLst>
            </p:cNvPr>
            <p:cNvSpPr/>
            <p:nvPr/>
          </p:nvSpPr>
          <p:spPr>
            <a:xfrm>
              <a:off x="1908699" y="2604595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1E42F4F-59AC-41A5-B100-3969D9435030}"/>
                </a:ext>
              </a:extLst>
            </p:cNvPr>
            <p:cNvSpPr/>
            <p:nvPr/>
          </p:nvSpPr>
          <p:spPr>
            <a:xfrm>
              <a:off x="3459159" y="2112885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ECCA13E-3C59-C640-EB91-4F17F7A9BF72}"/>
                </a:ext>
              </a:extLst>
            </p:cNvPr>
            <p:cNvSpPr/>
            <p:nvPr/>
          </p:nvSpPr>
          <p:spPr>
            <a:xfrm>
              <a:off x="1891320" y="3544479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9B13499-79F3-7F9B-0359-86D2B0AE5DF5}"/>
                </a:ext>
              </a:extLst>
            </p:cNvPr>
            <p:cNvSpPr/>
            <p:nvPr/>
          </p:nvSpPr>
          <p:spPr>
            <a:xfrm>
              <a:off x="1908699" y="4495912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6D01A10-537D-5E93-F9EE-624124FF380A}"/>
                </a:ext>
              </a:extLst>
            </p:cNvPr>
            <p:cNvSpPr/>
            <p:nvPr/>
          </p:nvSpPr>
          <p:spPr>
            <a:xfrm>
              <a:off x="3459159" y="3060644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0DDEB1E-C4EC-569C-1CBC-31F86F5219D9}"/>
                </a:ext>
              </a:extLst>
            </p:cNvPr>
            <p:cNvSpPr/>
            <p:nvPr/>
          </p:nvSpPr>
          <p:spPr>
            <a:xfrm>
              <a:off x="3459159" y="4032877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87326C5-A39D-142F-AEA2-BBA2786F215A}"/>
                </a:ext>
              </a:extLst>
            </p:cNvPr>
            <p:cNvSpPr/>
            <p:nvPr/>
          </p:nvSpPr>
          <p:spPr>
            <a:xfrm>
              <a:off x="3459159" y="4973646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59E32DC-E0E2-4E75-8F30-62E556817548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>
              <a:off x="2494625" y="2897558"/>
              <a:ext cx="964534" cy="45604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2D405134-193B-548B-94EA-F30B3CB8D6FB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 flipV="1">
              <a:off x="2494625" y="2405848"/>
              <a:ext cx="964534" cy="49171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18731011-3399-1490-E3E8-0C9D22B7DF39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 flipV="1">
              <a:off x="2477246" y="3353607"/>
              <a:ext cx="981913" cy="4838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BB56C2A9-488B-E7E7-4589-36AFF8ACDDA9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2494625" y="3837442"/>
              <a:ext cx="964534" cy="48839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8D17AC9-E40A-73C3-CF80-9564E5047A34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494625" y="2405848"/>
              <a:ext cx="964534" cy="14569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5855B46-7FA4-72CC-E0E2-ABCE1A014EC7}"/>
                </a:ext>
              </a:extLst>
            </p:cNvPr>
            <p:cNvCxnSpPr>
              <a:cxnSpLocks/>
              <a:stCxn id="13" idx="6"/>
              <a:endCxn id="16" idx="2"/>
            </p:cNvCxnSpPr>
            <p:nvPr/>
          </p:nvCxnSpPr>
          <p:spPr>
            <a:xfrm>
              <a:off x="2494625" y="4788875"/>
              <a:ext cx="964534" cy="4777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479E2BA1-FBC9-E446-5A1F-17012156547C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2494625" y="3353607"/>
              <a:ext cx="964534" cy="14352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D762A2F-3BA3-4DA0-2FBE-0A39B69E6F87}"/>
              </a:ext>
            </a:extLst>
          </p:cNvPr>
          <p:cNvCxnSpPr>
            <a:cxnSpLocks/>
          </p:cNvCxnSpPr>
          <p:nvPr/>
        </p:nvCxnSpPr>
        <p:spPr>
          <a:xfrm flipV="1">
            <a:off x="5131293" y="1982309"/>
            <a:ext cx="0" cy="1044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E217F5B-C603-84D8-4B90-F908D6B2E953}"/>
              </a:ext>
            </a:extLst>
          </p:cNvPr>
          <p:cNvSpPr txBox="1"/>
          <p:nvPr/>
        </p:nvSpPr>
        <p:spPr>
          <a:xfrm>
            <a:off x="4777687" y="1612977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Edge </a:t>
            </a:r>
            <a:r>
              <a:rPr lang="ko-KR" altLang="en-US" dirty="0"/>
              <a:t>특성 </a:t>
            </a:r>
            <a:r>
              <a:rPr lang="en-US" altLang="ko-KR" dirty="0"/>
              <a:t>: 1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2C0FE5-520F-8B2F-AC1D-A9AFD740D631}"/>
              </a:ext>
            </a:extLst>
          </p:cNvPr>
          <p:cNvSpPr txBox="1"/>
          <p:nvPr/>
        </p:nvSpPr>
        <p:spPr>
          <a:xfrm>
            <a:off x="4525403" y="6060191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Edge </a:t>
            </a:r>
            <a:r>
              <a:rPr lang="ko-KR" altLang="en-US" dirty="0"/>
              <a:t>특성 </a:t>
            </a:r>
            <a:r>
              <a:rPr lang="en-US" altLang="ko-KR" dirty="0"/>
              <a:t>: -1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BCB0683-8CC0-1DD3-22D8-9AD2930F3ABB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220425" y="5410312"/>
            <a:ext cx="80190" cy="649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42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C8130-31E9-6002-4FAD-35DD76C3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DF66F-33A7-17D4-BB1C-14660069A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User</a:t>
            </a:r>
            <a:r>
              <a:rPr lang="ko-KR" altLang="en-US" dirty="0"/>
              <a:t>의 특성이 거의 없어서 새로운 특성을 만듦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CADA4-8BDF-5144-4755-6BF78868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9EBEF0-590D-82AA-6B96-E996FDC6BC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A119CA-7BDD-B801-4A1F-3E59EC26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2319287"/>
            <a:ext cx="9526329" cy="345805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95D3A9F-AC12-14DB-DE81-9183F05D068B}"/>
              </a:ext>
            </a:extLst>
          </p:cNvPr>
          <p:cNvSpPr/>
          <p:nvPr/>
        </p:nvSpPr>
        <p:spPr>
          <a:xfrm>
            <a:off x="537272" y="3289177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85E35D-F3D4-4F2B-06AC-E891567E0FB5}"/>
              </a:ext>
            </a:extLst>
          </p:cNvPr>
          <p:cNvSpPr/>
          <p:nvPr/>
        </p:nvSpPr>
        <p:spPr>
          <a:xfrm>
            <a:off x="546149" y="3832194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96249D-97B0-D908-8088-6C81BAA2FC87}"/>
              </a:ext>
            </a:extLst>
          </p:cNvPr>
          <p:cNvSpPr/>
          <p:nvPr/>
        </p:nvSpPr>
        <p:spPr>
          <a:xfrm>
            <a:off x="534045" y="4887835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BBE7B-A3F1-A8BE-3506-DD09120FC260}"/>
              </a:ext>
            </a:extLst>
          </p:cNvPr>
          <p:cNvSpPr txBox="1"/>
          <p:nvPr/>
        </p:nvSpPr>
        <p:spPr>
          <a:xfrm>
            <a:off x="10217992" y="3670387"/>
            <a:ext cx="1143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노드이름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19C85-E13D-6FDE-6813-7BA481EB63DC}"/>
              </a:ext>
            </a:extLst>
          </p:cNvPr>
          <p:cNvSpPr txBox="1"/>
          <p:nvPr/>
        </p:nvSpPr>
        <p:spPr>
          <a:xfrm>
            <a:off x="10182482" y="3131786"/>
            <a:ext cx="200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단순한 클릭번호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E9F74-2613-91A2-F9E6-8A451A15DFF9}"/>
              </a:ext>
            </a:extLst>
          </p:cNvPr>
          <p:cNvSpPr txBox="1"/>
          <p:nvPr/>
        </p:nvSpPr>
        <p:spPr>
          <a:xfrm>
            <a:off x="10139650" y="4670501"/>
            <a:ext cx="140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엣지정보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127D7-0121-496E-075A-9FF7E927AD22}"/>
              </a:ext>
            </a:extLst>
          </p:cNvPr>
          <p:cNvSpPr txBox="1"/>
          <p:nvPr/>
        </p:nvSpPr>
        <p:spPr>
          <a:xfrm>
            <a:off x="10139650" y="5239066"/>
            <a:ext cx="140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엣지정보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BD8C9A9-FCD2-0013-AFDC-F4EBD5CDAF59}"/>
              </a:ext>
            </a:extLst>
          </p:cNvPr>
          <p:cNvSpPr/>
          <p:nvPr/>
        </p:nvSpPr>
        <p:spPr>
          <a:xfrm>
            <a:off x="561980" y="5456295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53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7D72B-CC7B-A639-4D47-6660CA34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3BB3A-4271-D8F0-FBC5-79C8902B5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369176-1256-4DD9-A052-B7237232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64DA22-E2F3-0BCD-C0BD-B5DAA996FA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5AA861-6226-9B8E-08CF-5613E006D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23" y="1067842"/>
            <a:ext cx="10042502" cy="472231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55C50D6-07F1-A4D1-EFB6-D55C3B814893}"/>
              </a:ext>
            </a:extLst>
          </p:cNvPr>
          <p:cNvSpPr/>
          <p:nvPr/>
        </p:nvSpPr>
        <p:spPr>
          <a:xfrm>
            <a:off x="972277" y="3577991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41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EDF84-750E-6151-9F30-EFFEF6E8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News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B0D260-9475-6FDE-AD05-CC469DA2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C3CD27-1613-325D-A4B6-89BA6A4E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E3E3139-5E57-2295-FB05-F0649BB2AC2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B71366-CAC3-9E72-1587-4842715F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51" y="1052110"/>
            <a:ext cx="9621887" cy="518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00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7E762-BAB0-9D58-6A8C-49E9349A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699F27-3CCC-F4F8-DD41-383FD1E95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en-US" altLang="ko-KR" dirty="0"/>
              <a:t>9~12</a:t>
            </a:r>
            <a:r>
              <a:rPr lang="ko-KR" altLang="en-US" dirty="0"/>
              <a:t>일 필터링</a:t>
            </a:r>
            <a:r>
              <a:rPr lang="en-US" altLang="ko-KR" dirty="0"/>
              <a:t>, </a:t>
            </a:r>
            <a:r>
              <a:rPr lang="ko-KR" altLang="en-US" dirty="0" err="1"/>
              <a:t>학습피처로</a:t>
            </a:r>
            <a:r>
              <a:rPr lang="ko-KR" altLang="en-US" dirty="0"/>
              <a:t> 사용</a:t>
            </a:r>
            <a:endParaRPr lang="en-US" altLang="ko-KR" dirty="0"/>
          </a:p>
          <a:p>
            <a:r>
              <a:rPr lang="en-US" altLang="ko-KR" dirty="0"/>
              <a:t>13</a:t>
            </a:r>
            <a:r>
              <a:rPr lang="ko-KR" altLang="en-US" dirty="0"/>
              <a:t>일 </a:t>
            </a:r>
            <a:r>
              <a:rPr lang="en-US" altLang="ko-KR" dirty="0"/>
              <a:t>click </a:t>
            </a:r>
            <a:r>
              <a:rPr lang="ko-KR" altLang="en-US" dirty="0"/>
              <a:t>훈련 정답으로 사용</a:t>
            </a:r>
            <a:endParaRPr lang="en-US" altLang="ko-KR" dirty="0"/>
          </a:p>
          <a:p>
            <a:r>
              <a:rPr lang="en-US" altLang="ko-KR" dirty="0"/>
              <a:t>14</a:t>
            </a:r>
            <a:r>
              <a:rPr lang="ko-KR" altLang="en-US" dirty="0"/>
              <a:t>일 </a:t>
            </a:r>
            <a:r>
              <a:rPr lang="en-US" altLang="ko-KR" dirty="0"/>
              <a:t>click </a:t>
            </a:r>
            <a:r>
              <a:rPr lang="ko-KR" altLang="en-US" dirty="0"/>
              <a:t>테스트 정답으로 사용</a:t>
            </a:r>
            <a:endParaRPr lang="en-US" altLang="ko-KR" dirty="0"/>
          </a:p>
          <a:p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만의 유저</a:t>
            </a:r>
            <a:r>
              <a:rPr lang="en-US" altLang="ko-KR" dirty="0"/>
              <a:t>, 5</a:t>
            </a:r>
            <a:r>
              <a:rPr lang="ko-KR" altLang="en-US" dirty="0"/>
              <a:t>만의 </a:t>
            </a:r>
            <a:r>
              <a:rPr lang="ko-KR" altLang="en-US" dirty="0" err="1"/>
              <a:t>뉴스노드</a:t>
            </a:r>
            <a:endParaRPr lang="en-US" altLang="ko-KR" dirty="0"/>
          </a:p>
          <a:p>
            <a:r>
              <a:rPr lang="en-US" altLang="ko-KR" dirty="0"/>
              <a:t>1. read </a:t>
            </a:r>
            <a:r>
              <a:rPr lang="ko-KR" altLang="en-US" dirty="0"/>
              <a:t>시 </a:t>
            </a:r>
            <a:r>
              <a:rPr lang="ko-KR" altLang="en-US" dirty="0" err="1"/>
              <a:t>엣지연결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광고되었다면 </a:t>
            </a:r>
            <a:r>
              <a:rPr lang="ko-KR" altLang="en-US" dirty="0" err="1"/>
              <a:t>엣지연결</a:t>
            </a:r>
            <a:r>
              <a:rPr lang="en-US" altLang="ko-KR" dirty="0"/>
              <a:t>(click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1,</a:t>
            </a:r>
            <a:r>
              <a:rPr lang="ko-KR" altLang="en-US" dirty="0"/>
              <a:t> </a:t>
            </a:r>
            <a:r>
              <a:rPr lang="en-US" altLang="ko-KR" dirty="0"/>
              <a:t>non</a:t>
            </a:r>
            <a:r>
              <a:rPr lang="ko-KR" altLang="en-US" dirty="0"/>
              <a:t> </a:t>
            </a:r>
            <a:r>
              <a:rPr lang="en-US" altLang="ko-KR" dirty="0"/>
              <a:t>click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-1)</a:t>
            </a:r>
          </a:p>
          <a:p>
            <a:r>
              <a:rPr lang="en-US" altLang="ko-KR" dirty="0"/>
              <a:t>3. </a:t>
            </a:r>
          </a:p>
          <a:p>
            <a:endParaRPr lang="en-US" altLang="ko-KR" dirty="0"/>
          </a:p>
          <a:p>
            <a:r>
              <a:rPr lang="ko-KR" altLang="en-US" dirty="0"/>
              <a:t>세가지 모델 </a:t>
            </a:r>
            <a:r>
              <a:rPr lang="en-US" altLang="ko-KR" dirty="0"/>
              <a:t>: v1 –</a:t>
            </a:r>
            <a:r>
              <a:rPr lang="ko-KR" altLang="en-US" dirty="0"/>
              <a:t>단순연결</a:t>
            </a:r>
            <a:r>
              <a:rPr lang="en-US" altLang="ko-KR" dirty="0"/>
              <a:t>, v2 – Fc</a:t>
            </a:r>
            <a:r>
              <a:rPr lang="ko-KR" altLang="en-US" dirty="0"/>
              <a:t>연결추가</a:t>
            </a:r>
            <a:r>
              <a:rPr lang="en-US" altLang="ko-KR" dirty="0"/>
              <a:t>, v3 – </a:t>
            </a:r>
            <a:r>
              <a:rPr lang="ko-KR" altLang="en-US" dirty="0"/>
              <a:t>가중치가 포함된 </a:t>
            </a:r>
            <a:r>
              <a:rPr lang="ko-KR" altLang="en-US" dirty="0" err="1"/>
              <a:t>엣지</a:t>
            </a:r>
            <a:r>
              <a:rPr lang="ko-KR" altLang="en-US" dirty="0"/>
              <a:t>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22428E-E887-82FC-75EB-8C1DEF78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B4DBA1B-6699-D31C-061F-2BE9E8DD04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116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4B8A1-5075-EA94-9F98-B5A23701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680696-9CA3-8426-92CC-9A016509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V3</a:t>
            </a:r>
            <a:r>
              <a:rPr lang="ko-KR" altLang="en-US" dirty="0"/>
              <a:t>에서 사용할 그래프 구성과정</a:t>
            </a:r>
            <a:endParaRPr lang="en-US" altLang="ko-KR" dirty="0"/>
          </a:p>
          <a:p>
            <a:r>
              <a:rPr lang="ko-KR" altLang="en-US" dirty="0"/>
              <a:t>클릭 </a:t>
            </a:r>
            <a:r>
              <a:rPr lang="en-US" altLang="ko-KR" dirty="0"/>
              <a:t>: 1, </a:t>
            </a:r>
            <a:r>
              <a:rPr lang="ko-KR" altLang="en-US" dirty="0" err="1"/>
              <a:t>비클릭</a:t>
            </a:r>
            <a:r>
              <a:rPr lang="ko-KR" altLang="en-US" dirty="0"/>
              <a:t> </a:t>
            </a:r>
            <a:r>
              <a:rPr lang="en-US" altLang="ko-KR" dirty="0"/>
              <a:t>: -1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E2046-19E9-FC2D-A4FC-DF127A4A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BD3F8A3-8DBD-7B5C-4CAA-75A55EB466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86178-216E-16D8-5C12-E9975D0C5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438" y="0"/>
            <a:ext cx="6166790" cy="556124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FC5B74B-F360-9321-4B59-12CAFF5C53A3}"/>
              </a:ext>
            </a:extLst>
          </p:cNvPr>
          <p:cNvSpPr/>
          <p:nvPr/>
        </p:nvSpPr>
        <p:spPr>
          <a:xfrm>
            <a:off x="6631619" y="2618913"/>
            <a:ext cx="2521259" cy="1775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5AFD60-AA6A-546A-D63B-00D1D2D22503}"/>
              </a:ext>
            </a:extLst>
          </p:cNvPr>
          <p:cNvSpPr/>
          <p:nvPr/>
        </p:nvSpPr>
        <p:spPr>
          <a:xfrm>
            <a:off x="6970450" y="5381476"/>
            <a:ext cx="4497778" cy="1775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4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752E5-180F-5FFC-7130-2D512F67F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1C57-EBC6-0DF5-AFF7-3C08FB0BB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Union_news</a:t>
            </a:r>
            <a:r>
              <a:rPr lang="ko-KR" altLang="en-US" dirty="0"/>
              <a:t>를 </a:t>
            </a:r>
            <a:r>
              <a:rPr lang="en-US" altLang="ko-KR" dirty="0"/>
              <a:t>edg_dict_v3</a:t>
            </a:r>
            <a:r>
              <a:rPr lang="ko-KR" altLang="en-US" dirty="0"/>
              <a:t>에 복사</a:t>
            </a:r>
            <a:endParaRPr lang="en-US" altLang="ko-KR" dirty="0"/>
          </a:p>
          <a:p>
            <a:pPr lvl="1"/>
            <a:r>
              <a:rPr lang="en-US" altLang="ko-KR" dirty="0"/>
              <a:t>Ex){(</a:t>
            </a:r>
            <a:r>
              <a:rPr lang="ko-KR" altLang="en-US" dirty="0"/>
              <a:t>유저</a:t>
            </a:r>
            <a:r>
              <a:rPr lang="en-US" altLang="ko-KR" dirty="0"/>
              <a:t>1,</a:t>
            </a:r>
            <a:r>
              <a:rPr lang="ko-KR" altLang="en-US" dirty="0"/>
              <a:t>뉴스</a:t>
            </a:r>
            <a:r>
              <a:rPr lang="en-US" altLang="ko-KR" dirty="0"/>
              <a:t>C) : 1}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Zip(*) </a:t>
            </a:r>
            <a:r>
              <a:rPr lang="ko-KR" altLang="en-US" dirty="0"/>
              <a:t>사용 </a:t>
            </a:r>
            <a:r>
              <a:rPr lang="en-US" altLang="ko-KR" dirty="0"/>
              <a:t>: unzip</a:t>
            </a:r>
            <a:r>
              <a:rPr lang="ko-KR" altLang="en-US" dirty="0"/>
              <a:t>의 역할</a:t>
            </a:r>
            <a:endParaRPr lang="en-US" altLang="ko-KR" dirty="0"/>
          </a:p>
          <a:p>
            <a:r>
              <a:rPr lang="en-US" altLang="ko-KR" dirty="0"/>
              <a:t>(User,</a:t>
            </a:r>
            <a:r>
              <a:rPr lang="ko-KR" altLang="en-US" dirty="0"/>
              <a:t> </a:t>
            </a:r>
            <a:r>
              <a:rPr lang="en-US" altLang="ko-KR" dirty="0"/>
              <a:t>News,</a:t>
            </a:r>
            <a:r>
              <a:rPr lang="ko-KR" altLang="en-US" dirty="0"/>
              <a:t> 가중치</a:t>
            </a:r>
            <a:r>
              <a:rPr lang="en-US" altLang="ko-KR" dirty="0"/>
              <a:t>) </a:t>
            </a:r>
            <a:r>
              <a:rPr lang="ko-KR" altLang="en-US" dirty="0"/>
              <a:t>리스트로 분리 및 </a:t>
            </a:r>
            <a:r>
              <a:rPr lang="ko-KR" altLang="en-US" dirty="0" err="1"/>
              <a:t>텐서로</a:t>
            </a:r>
            <a:r>
              <a:rPr lang="ko-KR" altLang="en-US" dirty="0"/>
              <a:t> 변환해서 저장</a:t>
            </a:r>
            <a:endParaRPr lang="en-US" altLang="ko-KR" dirty="0"/>
          </a:p>
          <a:p>
            <a:r>
              <a:rPr lang="ko-KR" altLang="en-US" dirty="0"/>
              <a:t>연결이 없는 </a:t>
            </a:r>
            <a:r>
              <a:rPr lang="ko-KR" altLang="en-US" dirty="0" err="1"/>
              <a:t>노드끼리는</a:t>
            </a:r>
            <a:r>
              <a:rPr lang="ko-KR" altLang="en-US" dirty="0"/>
              <a:t> 빈 </a:t>
            </a:r>
            <a:r>
              <a:rPr lang="ko-KR" altLang="en-US" dirty="0" err="1"/>
              <a:t>텐서를</a:t>
            </a:r>
            <a:r>
              <a:rPr lang="ko-KR" altLang="en-US" dirty="0"/>
              <a:t> 생성하여 오류 방지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5C0BF2-E492-EA03-5267-DE6B0F983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54DF289-883E-691F-C7D7-66361C840A5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7BD1083-D0EE-D22A-E0A2-957812E0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01" y="2929051"/>
            <a:ext cx="10640025" cy="23275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A78769-44FC-23CA-1303-433149E1D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893" y="971783"/>
            <a:ext cx="4039164" cy="5906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89DBC63-0EC8-7A47-9FFB-B395AB159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179" y="5462295"/>
            <a:ext cx="9211961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64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01D69-4919-3B54-04CE-7AC21541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BEFF4-70B3-BAD6-F09F-8E819E712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Dgl</a:t>
            </a:r>
            <a:r>
              <a:rPr lang="en-US" altLang="ko-KR" dirty="0"/>
              <a:t> </a:t>
            </a:r>
            <a:r>
              <a:rPr lang="ko-KR" altLang="en-US" dirty="0"/>
              <a:t>이종그래프 구성</a:t>
            </a:r>
            <a:endParaRPr lang="en-US" altLang="ko-KR" dirty="0"/>
          </a:p>
          <a:p>
            <a:r>
              <a:rPr lang="en-US" altLang="ko-KR" dirty="0" err="1"/>
              <a:t>Dgl.heterograph</a:t>
            </a:r>
            <a:r>
              <a:rPr lang="ko-KR" altLang="en-US" dirty="0"/>
              <a:t>를 이용한 그래프 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User,</a:t>
            </a:r>
            <a:r>
              <a:rPr lang="ko-KR" altLang="en-US" dirty="0"/>
              <a:t> </a:t>
            </a:r>
            <a:r>
              <a:rPr lang="en-US" altLang="ko-KR" dirty="0"/>
              <a:t>reads,</a:t>
            </a:r>
            <a:r>
              <a:rPr lang="ko-KR" altLang="en-US" dirty="0"/>
              <a:t> </a:t>
            </a:r>
            <a:r>
              <a:rPr lang="en-US" altLang="ko-KR" dirty="0"/>
              <a:t>news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유저가 뉴스를 읽은 관계를 나타냄</a:t>
            </a:r>
            <a:endParaRPr lang="en-US" altLang="ko-KR" dirty="0"/>
          </a:p>
          <a:p>
            <a:r>
              <a:rPr lang="en-US" altLang="ko-KR" dirty="0"/>
              <a:t>Edge_user_v3, edge_news_v3 &gt; </a:t>
            </a:r>
            <a:r>
              <a:rPr lang="ko-KR" altLang="en-US" dirty="0"/>
              <a:t>유저</a:t>
            </a:r>
            <a:r>
              <a:rPr lang="en-US" altLang="ko-KR" dirty="0"/>
              <a:t>-</a:t>
            </a:r>
            <a:r>
              <a:rPr lang="ko-KR" altLang="en-US" dirty="0"/>
              <a:t>뉴스 간 </a:t>
            </a:r>
            <a:r>
              <a:rPr lang="ko-KR" altLang="en-US" dirty="0" err="1"/>
              <a:t>엣지를</a:t>
            </a:r>
            <a:r>
              <a:rPr lang="ko-KR" altLang="en-US" dirty="0"/>
              <a:t> </a:t>
            </a:r>
            <a:r>
              <a:rPr lang="ko-KR" altLang="en-US" dirty="0" err="1"/>
              <a:t>연결정의하는</a:t>
            </a:r>
            <a:r>
              <a:rPr lang="ko-KR" altLang="en-US" dirty="0"/>
              <a:t> </a:t>
            </a:r>
            <a:r>
              <a:rPr lang="ko-KR" altLang="en-US" dirty="0" err="1"/>
              <a:t>텐서</a:t>
            </a:r>
            <a:endParaRPr lang="en-US" altLang="ko-KR" dirty="0"/>
          </a:p>
          <a:p>
            <a:r>
              <a:rPr lang="en-US" altLang="ko-KR" dirty="0"/>
              <a:t>g_v3.edges</a:t>
            </a:r>
            <a:r>
              <a:rPr lang="ko-KR" altLang="en-US" dirty="0"/>
              <a:t>에 </a:t>
            </a:r>
            <a:r>
              <a:rPr lang="ko-KR" altLang="en-US" dirty="0" err="1"/>
              <a:t>엣지</a:t>
            </a:r>
            <a:r>
              <a:rPr lang="ko-KR" altLang="en-US" dirty="0"/>
              <a:t> 속성을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2AFE0-0158-6746-ABC6-80A61CE0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4CD2EF-033C-1FD2-FCD8-64F86D54E7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F43913-246A-540F-A443-E5DB865B3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1986793"/>
            <a:ext cx="11079121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11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E4FB7-3317-321B-634E-4DD902B4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9F3E6-54B8-4C8E-59F3-F518403FB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유저피쳐</a:t>
            </a:r>
            <a:r>
              <a:rPr lang="en-US" altLang="ko-KR" dirty="0"/>
              <a:t>(3+24+7 = 34</a:t>
            </a:r>
            <a:r>
              <a:rPr lang="ko-KR" altLang="en-US" dirty="0"/>
              <a:t>차원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 유저가 클릭한 뉴스개수</a:t>
            </a:r>
            <a:r>
              <a:rPr lang="en-US" altLang="ko-KR" dirty="0"/>
              <a:t>, </a:t>
            </a:r>
            <a:r>
              <a:rPr lang="ko-KR" altLang="en-US" dirty="0"/>
              <a:t>유저가 </a:t>
            </a:r>
            <a:r>
              <a:rPr lang="ko-KR" altLang="en-US" dirty="0" err="1"/>
              <a:t>추천받은</a:t>
            </a:r>
            <a:r>
              <a:rPr lang="ko-KR" altLang="en-US" dirty="0"/>
              <a:t> 뉴스개수</a:t>
            </a:r>
            <a:r>
              <a:rPr lang="en-US" altLang="ko-KR" dirty="0"/>
              <a:t>, </a:t>
            </a:r>
            <a:r>
              <a:rPr lang="ko-KR" altLang="en-US" dirty="0"/>
              <a:t>유저가 실제 클릭한 뉴스개수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Node_attrs</a:t>
            </a:r>
            <a:r>
              <a:rPr lang="ko-KR" altLang="en-US" dirty="0"/>
              <a:t>의 유저특성에서 특성을 가져오고 없다면 </a:t>
            </a:r>
            <a:r>
              <a:rPr lang="en-US" altLang="ko-KR" dirty="0"/>
              <a:t>0</a:t>
            </a:r>
            <a:r>
              <a:rPr lang="ko-KR" altLang="en-US" dirty="0"/>
              <a:t>으로 반환 및 정수 변환</a:t>
            </a:r>
            <a:endParaRPr lang="en-US" altLang="ko-KR" dirty="0"/>
          </a:p>
          <a:p>
            <a:r>
              <a:rPr lang="ko-KR" altLang="en-US" dirty="0"/>
              <a:t>길이가 </a:t>
            </a:r>
            <a:r>
              <a:rPr lang="en-US" altLang="ko-KR" dirty="0"/>
              <a:t>24</a:t>
            </a:r>
            <a:r>
              <a:rPr lang="ko-KR" altLang="en-US" dirty="0"/>
              <a:t>인 벡터를 만들고 </a:t>
            </a:r>
            <a:r>
              <a:rPr lang="en-US" altLang="ko-KR" dirty="0"/>
              <a:t>0</a:t>
            </a:r>
            <a:r>
              <a:rPr lang="ko-KR" altLang="en-US" dirty="0"/>
              <a:t>으로 초기화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day_of_week</a:t>
            </a:r>
            <a:r>
              <a:rPr lang="en-US" altLang="ko-KR" dirty="0"/>
              <a:t> </a:t>
            </a:r>
            <a:r>
              <a:rPr lang="ko-KR" altLang="en-US" dirty="0" err="1"/>
              <a:t>피쳐값이</a:t>
            </a:r>
            <a:r>
              <a:rPr lang="ko-KR" altLang="en-US" dirty="0"/>
              <a:t> 있다면 </a:t>
            </a:r>
            <a:r>
              <a:rPr lang="ko-KR" altLang="en-US" dirty="0" err="1"/>
              <a:t>들고온</a:t>
            </a:r>
            <a:r>
              <a:rPr lang="ko-KR" altLang="en-US" dirty="0"/>
              <a:t> 후 </a:t>
            </a:r>
            <a:r>
              <a:rPr lang="en-US" altLang="ko-KR" dirty="0"/>
              <a:t>1</a:t>
            </a:r>
            <a:r>
              <a:rPr lang="ko-KR" altLang="en-US" dirty="0"/>
              <a:t>로 마킹</a:t>
            </a:r>
            <a:r>
              <a:rPr lang="en-US" altLang="ko-KR" dirty="0"/>
              <a:t>(</a:t>
            </a:r>
            <a:r>
              <a:rPr lang="ko-KR" altLang="en-US" dirty="0"/>
              <a:t>없으면 월요일 기본값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03332D-311C-7575-5D69-0CCFAA5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C9E6A6-5736-11B2-DD82-5077650E0C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C5A99E-24A4-FB91-1FE7-EC0712E28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80" y="1424253"/>
            <a:ext cx="6773220" cy="3620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F31284-DE40-58B3-37E7-B51A30084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80" y="2192072"/>
            <a:ext cx="5506218" cy="10860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333FC3-E5DC-8E72-C486-E3E0E37A6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80" y="4000582"/>
            <a:ext cx="5972971" cy="147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32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07F92-6DAE-20D8-9961-3AEBE2E39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708352-2A94-D478-64C6-ED68A546F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Bert</a:t>
            </a:r>
            <a:r>
              <a:rPr lang="ko-KR" altLang="en-US" dirty="0"/>
              <a:t>를 사용한 </a:t>
            </a:r>
            <a:r>
              <a:rPr lang="ko-KR" altLang="en-US" dirty="0" err="1"/>
              <a:t>뉴스피쳐</a:t>
            </a:r>
            <a:r>
              <a:rPr lang="ko-KR" altLang="en-US" dirty="0"/>
              <a:t>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(768*10 = 7680</a:t>
            </a:r>
            <a:r>
              <a:rPr lang="ko-KR" altLang="en-US" dirty="0"/>
              <a:t>차원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70340-7235-5C43-FD1A-0177BD3B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21AF715-4445-1B10-5167-4FB880C9F8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61A18D-F5E8-A482-4596-5E0E4C5EA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1526958"/>
            <a:ext cx="978354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02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6B26F-BFF3-313C-AC90-82239790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40634-FE51-C9A1-EE0D-8BEA04F9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정답레이블</a:t>
            </a:r>
            <a:r>
              <a:rPr lang="ko-KR" altLang="en-US" dirty="0"/>
              <a:t> 생성</a:t>
            </a:r>
            <a:endParaRPr lang="en-US" altLang="ko-KR" dirty="0"/>
          </a:p>
          <a:p>
            <a:r>
              <a:rPr lang="ko-KR" altLang="en-US" dirty="0"/>
              <a:t>클릭한 뉴스에 대해 </a:t>
            </a:r>
            <a:r>
              <a:rPr lang="en-US" altLang="ko-KR" dirty="0"/>
              <a:t>1</a:t>
            </a:r>
            <a:r>
              <a:rPr lang="ko-KR" altLang="en-US" dirty="0"/>
              <a:t>을 할당</a:t>
            </a:r>
            <a:endParaRPr lang="en-US" altLang="ko-KR" dirty="0"/>
          </a:p>
          <a:p>
            <a:r>
              <a:rPr lang="en-US" altLang="ko-KR" dirty="0"/>
              <a:t>11.13 : </a:t>
            </a:r>
            <a:r>
              <a:rPr lang="ko-KR" altLang="en-US" dirty="0"/>
              <a:t>학습 데이터</a:t>
            </a:r>
            <a:endParaRPr lang="en-US" altLang="ko-KR" dirty="0"/>
          </a:p>
          <a:p>
            <a:r>
              <a:rPr lang="en-US" altLang="ko-KR" dirty="0"/>
              <a:t>11.14 : </a:t>
            </a:r>
            <a:r>
              <a:rPr lang="ko-KR" altLang="en-US" dirty="0"/>
              <a:t>테스트  데이터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행렬 </a:t>
            </a:r>
            <a:r>
              <a:rPr lang="en-US" altLang="ko-KR" dirty="0"/>
              <a:t>: 30571*51282 = </a:t>
            </a:r>
            <a:r>
              <a:rPr lang="ko-KR" altLang="en-US" dirty="0"/>
              <a:t>약 </a:t>
            </a:r>
            <a:r>
              <a:rPr lang="en-US" altLang="ko-KR" dirty="0"/>
              <a:t>15</a:t>
            </a:r>
            <a:r>
              <a:rPr lang="ko-KR" altLang="en-US" dirty="0" err="1"/>
              <a:t>억개의</a:t>
            </a:r>
            <a:r>
              <a:rPr lang="ko-KR" altLang="en-US" dirty="0"/>
              <a:t> 셀</a:t>
            </a:r>
            <a:endParaRPr lang="en-US" altLang="ko-KR" dirty="0"/>
          </a:p>
          <a:p>
            <a:r>
              <a:rPr lang="en-US" altLang="ko-KR" dirty="0"/>
              <a:t>But </a:t>
            </a:r>
            <a:r>
              <a:rPr lang="ko-KR" altLang="en-US" dirty="0"/>
              <a:t>실제 클릭 한 뉴스개수는 </a:t>
            </a:r>
            <a:r>
              <a:rPr lang="en-US" altLang="ko-KR" dirty="0"/>
              <a:t>2.8</a:t>
            </a:r>
            <a:r>
              <a:rPr lang="ko-KR" altLang="en-US" dirty="0"/>
              <a:t>만</a:t>
            </a:r>
            <a:r>
              <a:rPr lang="en-US" altLang="ko-KR" dirty="0"/>
              <a:t>, 2.6</a:t>
            </a:r>
            <a:r>
              <a:rPr lang="ko-KR" altLang="en-US" dirty="0"/>
              <a:t>만개</a:t>
            </a:r>
            <a:endParaRPr lang="en-US" altLang="ko-KR" dirty="0"/>
          </a:p>
          <a:p>
            <a:r>
              <a:rPr lang="ko-KR" altLang="en-US" dirty="0"/>
              <a:t>매우 희소한 행렬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D222E9-4E8E-BA5E-033C-28149057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AFA5DC6-DB63-F643-00C9-63CE95DF6C4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B8A7CC-E67A-C50B-5313-2E1FF186C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8" y="2689174"/>
            <a:ext cx="6668431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8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0663E-0D5E-6C04-D118-9D665506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C46A7-BD15-F88F-602B-186EAE9A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E0AE6-8518-AB7A-EB7E-A03330B1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8EE687-7D09-E27E-6BEA-09FB2C45FA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8089C1-FA1B-4317-F659-EDFD49F93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779" y="0"/>
            <a:ext cx="4182059" cy="12098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4481C86-CF42-1F59-5E79-6D36B4BA3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607" y="1243552"/>
            <a:ext cx="8633431" cy="48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91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3ACA9-7347-BF1E-8699-EDBBF33C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8BDC5-98FE-97AA-5496-A1074704E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</a:t>
            </a:r>
            <a:r>
              <a:rPr lang="ko-KR" altLang="en-US" dirty="0" err="1"/>
              <a:t>유저노드</a:t>
            </a:r>
            <a:r>
              <a:rPr lang="en-US" altLang="ko-KR" dirty="0"/>
              <a:t>(</a:t>
            </a:r>
            <a:r>
              <a:rPr lang="ko-KR" altLang="en-US" dirty="0" err="1"/>
              <a:t>피쳐행렬</a:t>
            </a:r>
            <a:r>
              <a:rPr lang="en-US" altLang="ko-KR" dirty="0"/>
              <a:t>34), </a:t>
            </a:r>
            <a:r>
              <a:rPr lang="ko-KR" altLang="en-US" dirty="0" err="1"/>
              <a:t>뉴스노드</a:t>
            </a:r>
            <a:r>
              <a:rPr lang="en-US" altLang="ko-KR" dirty="0"/>
              <a:t>(</a:t>
            </a:r>
            <a:r>
              <a:rPr lang="ko-KR" altLang="en-US" dirty="0" err="1"/>
              <a:t>피쳐행렬</a:t>
            </a:r>
            <a:r>
              <a:rPr lang="en-US" altLang="ko-KR" dirty="0"/>
              <a:t>7680), </a:t>
            </a:r>
            <a:r>
              <a:rPr lang="ko-KR" altLang="en-US" dirty="0"/>
              <a:t>인접행렬은 그래프 구조가 정보를 포함 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B2257-1BC8-7718-C759-78FA7DA4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B9CA51E-A5D3-76D3-57F7-1115AC9043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E2D3F3-6D5D-04FE-3748-996DCCA3A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64" y="2195445"/>
            <a:ext cx="9573961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47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AB44-1D41-090A-F1C0-A43E665F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3BF82-B32F-C2C1-561E-4D3163E46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57390-5649-FEF6-EFA3-6DCB0BAE5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V1 – </a:t>
            </a:r>
            <a:r>
              <a:rPr lang="ko-KR" altLang="en-US" dirty="0"/>
              <a:t>입력 </a:t>
            </a:r>
            <a:r>
              <a:rPr lang="en-US" altLang="ko-KR" dirty="0"/>
              <a:t>: </a:t>
            </a:r>
          </a:p>
          <a:p>
            <a:endParaRPr lang="en-US" altLang="ko-KR" dirty="0"/>
          </a:p>
          <a:p>
            <a:r>
              <a:rPr lang="en-US" altLang="ko-KR" dirty="0" err="1"/>
              <a:t>In_dims</a:t>
            </a:r>
            <a:r>
              <a:rPr lang="en-US" altLang="ko-KR" dirty="0"/>
              <a:t>[</a:t>
            </a:r>
            <a:r>
              <a:rPr lang="en-US" altLang="ko-KR" dirty="0" err="1"/>
              <a:t>ntype</a:t>
            </a:r>
            <a:r>
              <a:rPr lang="en-US" altLang="ko-KR" dirty="0"/>
              <a:t>]</a:t>
            </a:r>
            <a:r>
              <a:rPr lang="ko-KR" altLang="en-US" dirty="0"/>
              <a:t>차원의 입력을 </a:t>
            </a:r>
            <a:r>
              <a:rPr lang="en-US" altLang="ko-KR" dirty="0"/>
              <a:t>128</a:t>
            </a:r>
            <a:r>
              <a:rPr lang="ko-KR" altLang="en-US" dirty="0"/>
              <a:t>로 변환하는 선형 레이어 생성</a:t>
            </a:r>
            <a:endParaRPr lang="en-US" altLang="ko-KR" dirty="0"/>
          </a:p>
          <a:p>
            <a:r>
              <a:rPr lang="en-US" altLang="ko-KR" dirty="0"/>
              <a:t>User</a:t>
            </a:r>
            <a:r>
              <a:rPr lang="ko-KR" altLang="en-US" dirty="0"/>
              <a:t>와 </a:t>
            </a:r>
            <a:r>
              <a:rPr lang="en-US" altLang="ko-KR" dirty="0"/>
              <a:t>news</a:t>
            </a:r>
            <a:r>
              <a:rPr lang="ko-KR" altLang="en-US" dirty="0"/>
              <a:t>는 각각 </a:t>
            </a:r>
            <a:r>
              <a:rPr lang="en-US" altLang="ko-KR" dirty="0"/>
              <a:t>34 &gt; 128, 7680 &gt; 128</a:t>
            </a:r>
            <a:r>
              <a:rPr lang="ko-KR" altLang="en-US" dirty="0"/>
              <a:t>로 </a:t>
            </a:r>
            <a:r>
              <a:rPr lang="ko-KR" altLang="en-US" dirty="0" err="1"/>
              <a:t>변형이됨</a:t>
            </a:r>
            <a:endParaRPr lang="en-US" altLang="ko-KR" dirty="0"/>
          </a:p>
          <a:p>
            <a:r>
              <a:rPr lang="en-US" altLang="ko-KR" dirty="0" err="1"/>
              <a:t>Gnn</a:t>
            </a:r>
            <a:r>
              <a:rPr lang="ko-KR" altLang="en-US" dirty="0"/>
              <a:t>은 모든 노드가 동일한 차원이어야 학습가능 하기 때문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이웃노드</a:t>
            </a:r>
            <a:r>
              <a:rPr lang="ko-KR" altLang="en-US" dirty="0"/>
              <a:t> 정보를 합쳐 </a:t>
            </a:r>
            <a:r>
              <a:rPr lang="en-US" altLang="ko-KR" dirty="0"/>
              <a:t>256</a:t>
            </a:r>
            <a:r>
              <a:rPr lang="ko-KR" altLang="en-US" dirty="0"/>
              <a:t>차원으로 확장</a:t>
            </a:r>
            <a:r>
              <a:rPr lang="en-US" altLang="ko-KR" dirty="0"/>
              <a:t>(</a:t>
            </a:r>
            <a:r>
              <a:rPr lang="en-US" altLang="ko-KR" dirty="0" err="1"/>
              <a:t>rel_names</a:t>
            </a:r>
            <a:r>
              <a:rPr lang="ko-KR" altLang="en-US" dirty="0"/>
              <a:t>는 그래프의 관계 종류</a:t>
            </a:r>
            <a:r>
              <a:rPr lang="en-US" altLang="ko-KR" dirty="0"/>
              <a:t>:reads)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최종적으로 </a:t>
            </a:r>
            <a:r>
              <a:rPr lang="en-US" altLang="ko-KR" dirty="0"/>
              <a:t>128</a:t>
            </a:r>
            <a:r>
              <a:rPr lang="ko-KR" altLang="en-US" dirty="0"/>
              <a:t>차원으로 축소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9D2E67-90F8-1417-3D4E-3F44FE913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871F970-F2C0-FCE4-8C45-271AB77838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BA56FD-FFEB-7375-CF3F-43F400740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779" y="0"/>
            <a:ext cx="4182059" cy="12098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DAD8320-77BE-DBD8-6500-CFDF28549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02" y="1535281"/>
            <a:ext cx="10888595" cy="2476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0E34A5-5383-05E4-CFAB-D4579A00E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02" y="2970287"/>
            <a:ext cx="9002381" cy="5239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4EB31B-076A-7EF3-D8C5-3295676F7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14" y="4142041"/>
            <a:ext cx="916432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03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CB0CB-AD66-9FAA-8E5B-D279D1A0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F82A84-EC7B-6F63-88D5-BA7C6CD55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모델 </a:t>
            </a:r>
            <a:r>
              <a:rPr lang="ko-KR" altLang="en-US" dirty="0" err="1"/>
              <a:t>순전파</a:t>
            </a:r>
            <a:r>
              <a:rPr lang="ko-KR" altLang="en-US" dirty="0"/>
              <a:t> 과정 </a:t>
            </a:r>
            <a:r>
              <a:rPr lang="en-US" altLang="ko-KR" dirty="0"/>
              <a:t>(g: </a:t>
            </a:r>
            <a:r>
              <a:rPr lang="ko-KR" altLang="en-US" dirty="0"/>
              <a:t>이종그래프</a:t>
            </a:r>
            <a:r>
              <a:rPr lang="en-US" altLang="ko-KR" dirty="0"/>
              <a:t>, inputs:</a:t>
            </a:r>
            <a:r>
              <a:rPr lang="ko-KR" altLang="en-US" dirty="0" err="1"/>
              <a:t>노드타입별</a:t>
            </a:r>
            <a:r>
              <a:rPr lang="ko-KR" altLang="en-US" dirty="0"/>
              <a:t> 특징 </a:t>
            </a:r>
            <a:r>
              <a:rPr lang="ko-KR" altLang="en-US" dirty="0" err="1"/>
              <a:t>텐서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H0 : </a:t>
            </a:r>
            <a:r>
              <a:rPr lang="ko-KR" altLang="en-US" dirty="0"/>
              <a:t>차원을 </a:t>
            </a:r>
            <a:r>
              <a:rPr lang="en-US" altLang="ko-KR" dirty="0"/>
              <a:t>128</a:t>
            </a:r>
            <a:r>
              <a:rPr lang="ko-KR" altLang="en-US" dirty="0"/>
              <a:t>로 통일</a:t>
            </a:r>
            <a:endParaRPr lang="en-US" altLang="ko-KR" dirty="0"/>
          </a:p>
          <a:p>
            <a:r>
              <a:rPr lang="en-US" altLang="ko-KR" dirty="0"/>
              <a:t>H1 : </a:t>
            </a:r>
            <a:r>
              <a:rPr lang="ko-KR" altLang="en-US" dirty="0"/>
              <a:t>첫번째 </a:t>
            </a:r>
            <a:r>
              <a:rPr lang="en-US" altLang="ko-KR" dirty="0" err="1"/>
              <a:t>gnn</a:t>
            </a:r>
            <a:r>
              <a:rPr lang="ko-KR" altLang="en-US" dirty="0"/>
              <a:t>연산</a:t>
            </a:r>
            <a:endParaRPr lang="en-US" altLang="ko-KR" dirty="0"/>
          </a:p>
          <a:p>
            <a:r>
              <a:rPr lang="en-US" altLang="ko-KR" dirty="0"/>
              <a:t>H2 : </a:t>
            </a:r>
            <a:r>
              <a:rPr lang="ko-KR" altLang="en-US" dirty="0"/>
              <a:t>두번째 </a:t>
            </a:r>
            <a:r>
              <a:rPr lang="en-US" altLang="ko-KR" dirty="0" err="1"/>
              <a:t>gnn</a:t>
            </a:r>
            <a:r>
              <a:rPr lang="ko-KR" altLang="en-US" dirty="0"/>
              <a:t>연산</a:t>
            </a:r>
            <a:endParaRPr lang="en-US" altLang="ko-KR" dirty="0"/>
          </a:p>
          <a:p>
            <a:r>
              <a:rPr lang="en-US" altLang="ko-KR" dirty="0"/>
              <a:t>Out : </a:t>
            </a:r>
            <a:r>
              <a:rPr lang="ko-KR" altLang="en-US" dirty="0"/>
              <a:t>최종 출력을 반환 </a:t>
            </a:r>
            <a:r>
              <a:rPr lang="en-US" altLang="ko-KR" dirty="0"/>
              <a:t>&gt; h2</a:t>
            </a:r>
            <a:r>
              <a:rPr lang="ko-KR" altLang="en-US" dirty="0" err="1"/>
              <a:t>값이있는경우</a:t>
            </a:r>
            <a:r>
              <a:rPr lang="ko-KR" altLang="en-US" dirty="0"/>
              <a:t> </a:t>
            </a:r>
            <a:r>
              <a:rPr lang="en-US" altLang="ko-KR" dirty="0" err="1"/>
              <a:t>gnn</a:t>
            </a:r>
            <a:r>
              <a:rPr lang="ko-KR" altLang="en-US" dirty="0"/>
              <a:t>출력사용</a:t>
            </a:r>
            <a:r>
              <a:rPr lang="en-US" altLang="ko-KR" dirty="0"/>
              <a:t>, </a:t>
            </a:r>
            <a:r>
              <a:rPr lang="ko-KR" altLang="en-US" dirty="0"/>
              <a:t>아니라면 </a:t>
            </a:r>
            <a:r>
              <a:rPr lang="en-US" altLang="ko-KR" dirty="0"/>
              <a:t>h0</a:t>
            </a:r>
            <a:r>
              <a:rPr lang="ko-KR" altLang="en-US" dirty="0"/>
              <a:t>유지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7F89E5-2E11-F75B-904B-9D07415A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4F7AE1-C4D1-A6FE-782F-CD865CC4D03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7E285A-E4C8-4CF5-E06B-C3BED993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66" y="1116177"/>
            <a:ext cx="8764223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8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E0233-6194-1951-6A7D-FA03A905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AA0CBD-11F2-0863-57AF-68D0D7347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V1</a:t>
            </a:r>
            <a:r>
              <a:rPr lang="ko-KR" altLang="en-US" dirty="0"/>
              <a:t>에 완전연결 레이어 추가</a:t>
            </a:r>
            <a:endParaRPr lang="en-US" altLang="ko-KR" dirty="0"/>
          </a:p>
          <a:p>
            <a:r>
              <a:rPr lang="en-US" altLang="ko-KR" dirty="0"/>
              <a:t>Conv2</a:t>
            </a:r>
            <a:r>
              <a:rPr lang="ko-KR" altLang="en-US" dirty="0"/>
              <a:t>에서 </a:t>
            </a:r>
            <a:r>
              <a:rPr lang="en-US" altLang="ko-KR" dirty="0"/>
              <a:t>256&gt;256</a:t>
            </a:r>
            <a:r>
              <a:rPr lang="ko-KR" altLang="en-US" dirty="0"/>
              <a:t>으로 유지</a:t>
            </a:r>
            <a:endParaRPr lang="en-US" altLang="ko-KR" dirty="0"/>
          </a:p>
          <a:p>
            <a:r>
              <a:rPr lang="en-US" altLang="ko-KR" dirty="0"/>
              <a:t>Fc</a:t>
            </a:r>
            <a:r>
              <a:rPr lang="ko-KR" altLang="en-US" dirty="0"/>
              <a:t>를 통한 전파를 거치지 못한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   </a:t>
            </a:r>
            <a:r>
              <a:rPr lang="ko-KR" altLang="en-US" dirty="0"/>
              <a:t>보정 가능 및 전파를 거친 노드도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다양한 특성학습 가능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9B511D-162C-E1D6-BB5D-156A4F3D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3378A8C-20BA-6CD8-5313-2122724868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E682CD-0FB2-7BE1-0E38-424ECCBBD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733" y="0"/>
            <a:ext cx="8103267" cy="65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68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F51B4-AD72-CE63-D525-96C9A564F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D953F7-D693-9494-5838-3D70AF329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엣지</a:t>
            </a:r>
            <a:r>
              <a:rPr lang="ko-KR" altLang="en-US" dirty="0"/>
              <a:t> 가중치가 추가된</a:t>
            </a:r>
            <a:endParaRPr lang="en-US" altLang="ko-KR" dirty="0"/>
          </a:p>
          <a:p>
            <a:r>
              <a:rPr lang="ko-KR" altLang="en-US" dirty="0"/>
              <a:t>그래프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FA59C8-7D87-198E-A74F-9B161D5D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6279C4D-3C7A-8A28-9604-D98B583609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394848-E143-322F-892C-34714C892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678" y="303682"/>
            <a:ext cx="8845360" cy="602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13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C0BCD-6389-AAB2-1924-B1A07E70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86CD3E-A4A4-2B84-E963-C527F1050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D83F74-510B-F70B-F439-60BD90A2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DF1B1A9-F292-72FC-EF01-A6EBA3352D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9B2EE6-BFEB-619C-DB20-75D63636A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3350"/>
            <a:ext cx="12192000" cy="261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29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F3FD8-3FFB-44B6-78D3-6739CDF9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BD8542-1EFF-8BB9-976F-D91065B77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F7159-D115-40C5-08DE-97B7851A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2C4C368-7C2C-C1CB-0547-CC7DA65D50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5CCF55-EE27-103E-D24B-8A2CF818C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65" y="2479846"/>
            <a:ext cx="9570128" cy="37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45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8A23-AD59-484B-B618-59293A578294}">
  <ds:schemaRefs>
    <ds:schemaRef ds:uri="http://schemas.microsoft.com/office/2006/metadata/properties"/>
    <ds:schemaRef ds:uri="http://schemas.microsoft.com/office/infopath/2007/PartnerControls"/>
    <ds:schemaRef ds:uri="bfe23552-e412-49a4-9529-4c360febdc1a"/>
    <ds:schemaRef ds:uri="ff4cacbd-dc2f-41c0-9cbc-53de60920d42"/>
  </ds:schemaRefs>
</ds:datastoreItem>
</file>

<file path=customXml/itemProps3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6083</TotalTime>
  <Words>579</Words>
  <Application>Microsoft Office PowerPoint</Application>
  <PresentationFormat>와이드스크린</PresentationFormat>
  <Paragraphs>149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se-nanumgothic</vt:lpstr>
      <vt:lpstr>맑은 고딕</vt:lpstr>
      <vt:lpstr>Arial</vt:lpstr>
      <vt:lpstr>Times New Roman</vt:lpstr>
      <vt:lpstr>세미나테마</vt:lpstr>
      <vt:lpstr>스트리밍 세미나</vt:lpstr>
      <vt:lpstr>News.tsv</vt:lpstr>
      <vt:lpstr>News.tsv</vt:lpstr>
      <vt:lpstr>PowerPoint 프레젠테이션</vt:lpstr>
      <vt:lpstr>PowerPoint 프레젠테이션</vt:lpstr>
      <vt:lpstr>User Node</vt:lpstr>
      <vt:lpstr>User Node</vt:lpstr>
      <vt:lpstr>News Node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v2</vt:lpstr>
      <vt:lpstr>v3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40</cp:revision>
  <dcterms:created xsi:type="dcterms:W3CDTF">2023-07-06T03:52:26Z</dcterms:created>
  <dcterms:modified xsi:type="dcterms:W3CDTF">2025-02-21T05:01:11Z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